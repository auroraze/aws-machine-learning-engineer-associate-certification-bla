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92F7C-78EE-4195-B9ED-5E6569A2D639}" v="8" dt="2026-06-19T20:32:53.673"/>
    <p1510:client id="{FCDED76A-75E7-4F92-A099-4893F534D695}" v="115" dt="2026-06-19T23:22:36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ndra Joshi" userId="e8dcc9b2d8463b3a" providerId="LiveId" clId="{C5EB99A2-3027-4CAF-91ED-01B26E32F65E}"/>
    <pc:docChg chg="undo custSel addSld delSld modSld modMainMaster">
      <pc:chgData name="Rajendra Joshi" userId="e8dcc9b2d8463b3a" providerId="LiveId" clId="{C5EB99A2-3027-4CAF-91ED-01B26E32F65E}" dt="2026-06-19T23:22:36.341" v="8548"/>
      <pc:docMkLst>
        <pc:docMk/>
      </pc:docMkLst>
      <pc:sldChg chg="addSp delSp modSp new add del mod modTransition modAnim">
        <pc:chgData name="Rajendra Joshi" userId="e8dcc9b2d8463b3a" providerId="LiveId" clId="{C5EB99A2-3027-4CAF-91ED-01B26E32F65E}" dt="2026-06-19T23:22:36.341" v="8548"/>
        <pc:sldMkLst>
          <pc:docMk/>
          <pc:sldMk cId="1429981337" sldId="256"/>
        </pc:sldMkLst>
        <pc:spChg chg="mod">
          <ac:chgData name="Rajendra Joshi" userId="e8dcc9b2d8463b3a" providerId="LiveId" clId="{C5EB99A2-3027-4CAF-91ED-01B26E32F65E}" dt="2026-05-22T19:24:22.037" v="68" actId="20577"/>
          <ac:spMkLst>
            <pc:docMk/>
            <pc:sldMk cId="1429981337" sldId="256"/>
            <ac:spMk id="2" creationId="{BF7029D8-7221-26D6-CFEF-EF7FF4FE5819}"/>
          </ac:spMkLst>
        </pc:spChg>
        <pc:spChg chg="mod">
          <ac:chgData name="Rajendra Joshi" userId="e8dcc9b2d8463b3a" providerId="LiveId" clId="{C5EB99A2-3027-4CAF-91ED-01B26E32F65E}" dt="2026-06-19T20:37:32.108" v="6403" actId="20577"/>
          <ac:spMkLst>
            <pc:docMk/>
            <pc:sldMk cId="1429981337" sldId="256"/>
            <ac:spMk id="3" creationId="{BD3B5729-863E-186D-8635-F94D0853BEC6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1429981337" sldId="256"/>
            <ac:picMk id="6" creationId="{99037A14-BC80-F4DA-A786-5B79F5597A5F}"/>
          </ac:picMkLst>
        </pc:picChg>
        <pc:picChg chg="add del mod">
          <ac:chgData name="Rajendra Joshi" userId="e8dcc9b2d8463b3a" providerId="LiveId" clId="{C5EB99A2-3027-4CAF-91ED-01B26E32F65E}" dt="2026-06-19T20:32:53.673" v="6215"/>
          <ac:picMkLst>
            <pc:docMk/>
            <pc:sldMk cId="1429981337" sldId="256"/>
            <ac:picMk id="14" creationId="{E6F607AD-5503-FFF6-59F1-88DF71B6644C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36:32.198" v="6225" actId="47"/>
        <pc:sldMkLst>
          <pc:docMk/>
          <pc:sldMk cId="963462831" sldId="257"/>
        </pc:sldMkLst>
        <pc:spChg chg="mod">
          <ac:chgData name="Rajendra Joshi" userId="e8dcc9b2d8463b3a" providerId="LiveId" clId="{C5EB99A2-3027-4CAF-91ED-01B26E32F65E}" dt="2026-06-19T20:14:40.100" v="5023" actId="20577"/>
          <ac:spMkLst>
            <pc:docMk/>
            <pc:sldMk cId="963462831" sldId="257"/>
            <ac:spMk id="2" creationId="{7955B650-D212-13DF-028D-26CBFD2D5AAA}"/>
          </ac:spMkLst>
        </pc:spChg>
        <pc:spChg chg="mod">
          <ac:chgData name="Rajendra Joshi" userId="e8dcc9b2d8463b3a" providerId="LiveId" clId="{C5EB99A2-3027-4CAF-91ED-01B26E32F65E}" dt="2026-06-19T20:14:19.624" v="4991" actId="20577"/>
          <ac:spMkLst>
            <pc:docMk/>
            <pc:sldMk cId="963462831" sldId="257"/>
            <ac:spMk id="3" creationId="{B005AB8B-B3F2-7237-ADAD-1AB417F622A9}"/>
          </ac:spMkLst>
        </pc:spChg>
        <pc:picChg chg="add mod">
          <ac:chgData name="Rajendra Joshi" userId="e8dcc9b2d8463b3a" providerId="LiveId" clId="{C5EB99A2-3027-4CAF-91ED-01B26E32F65E}" dt="2026-06-19T20:14:30.523" v="5022" actId="1035"/>
          <ac:picMkLst>
            <pc:docMk/>
            <pc:sldMk cId="963462831" sldId="257"/>
            <ac:picMk id="4" creationId="{1E1D3857-7126-74AC-6143-C800BD4ECD00}"/>
          </ac:picMkLst>
        </pc:picChg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1359199843" sldId="257"/>
        </pc:sldMkLst>
        <pc:spChg chg="mod">
          <ac:chgData name="Rajendra Joshi" userId="e8dcc9b2d8463b3a" providerId="LiveId" clId="{C5EB99A2-3027-4CAF-91ED-01B26E32F65E}" dt="2026-06-19T20:39:47.860" v="6419" actId="20577"/>
          <ac:spMkLst>
            <pc:docMk/>
            <pc:sldMk cId="1359199843" sldId="257"/>
            <ac:spMk id="2" creationId="{8DBE19DB-0373-0A9C-BFC2-484E142454D2}"/>
          </ac:spMkLst>
        </pc:spChg>
        <pc:spChg chg="mod">
          <ac:chgData name="Rajendra Joshi" userId="e8dcc9b2d8463b3a" providerId="LiveId" clId="{C5EB99A2-3027-4CAF-91ED-01B26E32F65E}" dt="2026-06-19T20:40:51.705" v="6607" actId="20577"/>
          <ac:spMkLst>
            <pc:docMk/>
            <pc:sldMk cId="1359199843" sldId="257"/>
            <ac:spMk id="3" creationId="{1D3D72C2-8E6E-C8A0-E2CD-067AB8C210B5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1359199843" sldId="257"/>
            <ac:picMk id="6" creationId="{CEA9C17B-2C52-6821-BE3A-6799357CF616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09:18.582" v="4615" actId="47"/>
        <pc:sldMkLst>
          <pc:docMk/>
          <pc:sldMk cId="2487438239" sldId="257"/>
        </pc:sldMkLst>
      </pc:sldChg>
      <pc:sldChg chg="addSp modSp new del mod modTransition">
        <pc:chgData name="Rajendra Joshi" userId="e8dcc9b2d8463b3a" providerId="LiveId" clId="{C5EB99A2-3027-4CAF-91ED-01B26E32F65E}" dt="2026-06-19T20:09:17.940" v="4614" actId="47"/>
        <pc:sldMkLst>
          <pc:docMk/>
          <pc:sldMk cId="113354923" sldId="258"/>
        </pc:sldMkLst>
      </pc:sldChg>
      <pc:sldChg chg="modSp new del mod modTransition">
        <pc:chgData name="Rajendra Joshi" userId="e8dcc9b2d8463b3a" providerId="LiveId" clId="{C5EB99A2-3027-4CAF-91ED-01B26E32F65E}" dt="2026-06-19T20:36:31.483" v="6224" actId="47"/>
        <pc:sldMkLst>
          <pc:docMk/>
          <pc:sldMk cId="394636586" sldId="258"/>
        </pc:sldMkLst>
        <pc:spChg chg="mod">
          <ac:chgData name="Rajendra Joshi" userId="e8dcc9b2d8463b3a" providerId="LiveId" clId="{C5EB99A2-3027-4CAF-91ED-01B26E32F65E}" dt="2026-06-19T20:14:59.497" v="5046" actId="20577"/>
          <ac:spMkLst>
            <pc:docMk/>
            <pc:sldMk cId="394636586" sldId="258"/>
            <ac:spMk id="2" creationId="{A4F4BC6C-A931-C946-70B4-AFE587E6F0F9}"/>
          </ac:spMkLst>
        </pc:spChg>
        <pc:spChg chg="mod">
          <ac:chgData name="Rajendra Joshi" userId="e8dcc9b2d8463b3a" providerId="LiveId" clId="{C5EB99A2-3027-4CAF-91ED-01B26E32F65E}" dt="2026-06-19T20:15:56.684" v="5234" actId="20577"/>
          <ac:spMkLst>
            <pc:docMk/>
            <pc:sldMk cId="394636586" sldId="258"/>
            <ac:spMk id="3" creationId="{17F316EA-B6FD-BBA8-8E27-859596591539}"/>
          </ac:spMkLst>
        </pc:spChg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1751905528" sldId="258"/>
        </pc:sldMkLst>
        <pc:spChg chg="mod">
          <ac:chgData name="Rajendra Joshi" userId="e8dcc9b2d8463b3a" providerId="LiveId" clId="{C5EB99A2-3027-4CAF-91ED-01B26E32F65E}" dt="2026-06-19T20:41:13.151" v="6630" actId="20577"/>
          <ac:spMkLst>
            <pc:docMk/>
            <pc:sldMk cId="1751905528" sldId="258"/>
            <ac:spMk id="2" creationId="{13D1B6E5-0F26-DC2E-2F65-A8127407E02A}"/>
          </ac:spMkLst>
        </pc:spChg>
        <pc:spChg chg="mod">
          <ac:chgData name="Rajendra Joshi" userId="e8dcc9b2d8463b3a" providerId="LiveId" clId="{C5EB99A2-3027-4CAF-91ED-01B26E32F65E}" dt="2026-06-19T20:42:06.582" v="6854" actId="20577"/>
          <ac:spMkLst>
            <pc:docMk/>
            <pc:sldMk cId="1751905528" sldId="258"/>
            <ac:spMk id="3" creationId="{D4E2623F-5A53-8C96-1F64-4173EE9BCA15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1751905528" sldId="258"/>
            <ac:picMk id="5" creationId="{A30B391E-CC32-5CEC-AD84-D0C6A0B66EED}"/>
          </ac:picMkLst>
        </pc:picChg>
      </pc:sldChg>
      <pc:sldChg chg="addSp delSp modSp new del mod modTransition setBg setClrOvrMap">
        <pc:chgData name="Rajendra Joshi" userId="e8dcc9b2d8463b3a" providerId="LiveId" clId="{C5EB99A2-3027-4CAF-91ED-01B26E32F65E}" dt="2026-06-19T20:36:30.837" v="6223" actId="47"/>
        <pc:sldMkLst>
          <pc:docMk/>
          <pc:sldMk cId="1237229775" sldId="259"/>
        </pc:sldMkLst>
        <pc:spChg chg="mod">
          <ac:chgData name="Rajendra Joshi" userId="e8dcc9b2d8463b3a" providerId="LiveId" clId="{C5EB99A2-3027-4CAF-91ED-01B26E32F65E}" dt="2026-06-19T20:17:30.241" v="5256" actId="26606"/>
          <ac:spMkLst>
            <pc:docMk/>
            <pc:sldMk cId="1237229775" sldId="259"/>
            <ac:spMk id="2" creationId="{B110119F-28D6-4CE9-3017-8529B3D29B04}"/>
          </ac:spMkLst>
        </pc:spChg>
        <pc:spChg chg="del">
          <ac:chgData name="Rajendra Joshi" userId="e8dcc9b2d8463b3a" providerId="LiveId" clId="{C5EB99A2-3027-4CAF-91ED-01B26E32F65E}" dt="2026-06-19T20:16:56.525" v="5254"/>
          <ac:spMkLst>
            <pc:docMk/>
            <pc:sldMk cId="1237229775" sldId="259"/>
            <ac:spMk id="3" creationId="{4648D906-1568-FE25-17AD-EBA7A5BBF1F6}"/>
          </ac:spMkLst>
        </pc:spChg>
        <pc:picChg chg="add mod">
          <ac:chgData name="Rajendra Joshi" userId="e8dcc9b2d8463b3a" providerId="LiveId" clId="{C5EB99A2-3027-4CAF-91ED-01B26E32F65E}" dt="2026-06-19T20:18:14.107" v="5262" actId="1076"/>
          <ac:picMkLst>
            <pc:docMk/>
            <pc:sldMk cId="1237229775" sldId="259"/>
            <ac:picMk id="4" creationId="{74D5E53B-67AB-1B4C-8618-EF496A7213F0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09:17.639" v="4613" actId="47"/>
        <pc:sldMkLst>
          <pc:docMk/>
          <pc:sldMk cId="2118884767" sldId="259"/>
        </pc:sldMkLst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2264008078" sldId="259"/>
        </pc:sldMkLst>
        <pc:spChg chg="mod">
          <ac:chgData name="Rajendra Joshi" userId="e8dcc9b2d8463b3a" providerId="LiveId" clId="{C5EB99A2-3027-4CAF-91ED-01B26E32F65E}" dt="2026-06-19T20:43:22.514" v="6874" actId="20577"/>
          <ac:spMkLst>
            <pc:docMk/>
            <pc:sldMk cId="2264008078" sldId="259"/>
            <ac:spMk id="2" creationId="{C928AC62-58F9-A489-D963-DE412E7E3A50}"/>
          </ac:spMkLst>
        </pc:spChg>
        <pc:spChg chg="mod">
          <ac:chgData name="Rajendra Joshi" userId="e8dcc9b2d8463b3a" providerId="LiveId" clId="{C5EB99A2-3027-4CAF-91ED-01B26E32F65E}" dt="2026-06-19T20:48:32.943" v="7329" actId="113"/>
          <ac:spMkLst>
            <pc:docMk/>
            <pc:sldMk cId="2264008078" sldId="259"/>
            <ac:spMk id="3" creationId="{5BE51B91-A0A7-8B28-0C0C-45727329E203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2264008078" sldId="259"/>
            <ac:picMk id="5" creationId="{12AFCCE4-D746-EAC1-30E1-BDF2E44D4AAF}"/>
          </ac:picMkLst>
        </pc:picChg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825669968" sldId="260"/>
        </pc:sldMkLst>
        <pc:spChg chg="mod">
          <ac:chgData name="Rajendra Joshi" userId="e8dcc9b2d8463b3a" providerId="LiveId" clId="{C5EB99A2-3027-4CAF-91ED-01B26E32F65E}" dt="2026-06-19T20:49:02.019" v="7362" actId="20577"/>
          <ac:spMkLst>
            <pc:docMk/>
            <pc:sldMk cId="825669968" sldId="260"/>
            <ac:spMk id="2" creationId="{290476A9-8CD2-5880-6336-4719122FB549}"/>
          </ac:spMkLst>
        </pc:spChg>
        <pc:spChg chg="mod">
          <ac:chgData name="Rajendra Joshi" userId="e8dcc9b2d8463b3a" providerId="LiveId" clId="{C5EB99A2-3027-4CAF-91ED-01B26E32F65E}" dt="2026-06-19T20:51:48.882" v="7643" actId="27636"/>
          <ac:spMkLst>
            <pc:docMk/>
            <pc:sldMk cId="825669968" sldId="260"/>
            <ac:spMk id="3" creationId="{78F8AF03-50E0-4578-9B76-07143B270A93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825669968" sldId="260"/>
            <ac:picMk id="5" creationId="{F5C9F29D-1D92-9690-6AA9-CCCCFABA5492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09:17.442" v="4612" actId="47"/>
        <pc:sldMkLst>
          <pc:docMk/>
          <pc:sldMk cId="1683398809" sldId="260"/>
        </pc:sldMkLst>
      </pc:sldChg>
      <pc:sldChg chg="modSp new del mod modTransition">
        <pc:chgData name="Rajendra Joshi" userId="e8dcc9b2d8463b3a" providerId="LiveId" clId="{C5EB99A2-3027-4CAF-91ED-01B26E32F65E}" dt="2026-06-19T20:36:30.493" v="6222" actId="47"/>
        <pc:sldMkLst>
          <pc:docMk/>
          <pc:sldMk cId="2259968551" sldId="260"/>
        </pc:sldMkLst>
        <pc:spChg chg="mod">
          <ac:chgData name="Rajendra Joshi" userId="e8dcc9b2d8463b3a" providerId="LiveId" clId="{C5EB99A2-3027-4CAF-91ED-01B26E32F65E}" dt="2026-06-19T20:18:39.230" v="5280" actId="20577"/>
          <ac:spMkLst>
            <pc:docMk/>
            <pc:sldMk cId="2259968551" sldId="260"/>
            <ac:spMk id="2" creationId="{978031A6-A9E8-43A7-F731-C77FCDF864B6}"/>
          </ac:spMkLst>
        </pc:spChg>
        <pc:spChg chg="mod">
          <ac:chgData name="Rajendra Joshi" userId="e8dcc9b2d8463b3a" providerId="LiveId" clId="{C5EB99A2-3027-4CAF-91ED-01B26E32F65E}" dt="2026-06-19T20:20:41.354" v="5367" actId="20577"/>
          <ac:spMkLst>
            <pc:docMk/>
            <pc:sldMk cId="2259968551" sldId="260"/>
            <ac:spMk id="3" creationId="{76BDDDE0-9A46-C5F2-81B3-BE2ADABA46E4}"/>
          </ac:spMkLst>
        </pc:spChg>
      </pc:sldChg>
      <pc:sldChg chg="addSp delSp modSp new del mod modTransition">
        <pc:chgData name="Rajendra Joshi" userId="e8dcc9b2d8463b3a" providerId="LiveId" clId="{C5EB99A2-3027-4CAF-91ED-01B26E32F65E}" dt="2026-06-19T20:36:30.042" v="6221" actId="47"/>
        <pc:sldMkLst>
          <pc:docMk/>
          <pc:sldMk cId="378210403" sldId="261"/>
        </pc:sldMkLst>
        <pc:spChg chg="mod">
          <ac:chgData name="Rajendra Joshi" userId="e8dcc9b2d8463b3a" providerId="LiveId" clId="{C5EB99A2-3027-4CAF-91ED-01B26E32F65E}" dt="2026-06-19T20:21:08.559" v="5393" actId="20577"/>
          <ac:spMkLst>
            <pc:docMk/>
            <pc:sldMk cId="378210403" sldId="261"/>
            <ac:spMk id="2" creationId="{DA42F9A0-A94E-B5EB-4234-5BA2EC8A9A57}"/>
          </ac:spMkLst>
        </pc:spChg>
        <pc:spChg chg="del mod">
          <ac:chgData name="Rajendra Joshi" userId="e8dcc9b2d8463b3a" providerId="LiveId" clId="{C5EB99A2-3027-4CAF-91ED-01B26E32F65E}" dt="2026-06-19T20:23:43.471" v="5400" actId="22"/>
          <ac:spMkLst>
            <pc:docMk/>
            <pc:sldMk cId="378210403" sldId="261"/>
            <ac:spMk id="3" creationId="{A607D870-2CB3-2860-2536-9AB28AE4865D}"/>
          </ac:spMkLst>
        </pc:spChg>
        <pc:spChg chg="add del">
          <ac:chgData name="Rajendra Joshi" userId="e8dcc9b2d8463b3a" providerId="LiveId" clId="{C5EB99A2-3027-4CAF-91ED-01B26E32F65E}" dt="2026-06-19T20:22:34.743" v="5396" actId="22"/>
          <ac:spMkLst>
            <pc:docMk/>
            <pc:sldMk cId="378210403" sldId="261"/>
            <ac:spMk id="5" creationId="{E9CD4856-BEF8-7A81-D3A3-4E38118BAD2A}"/>
          </ac:spMkLst>
        </pc:spChg>
        <pc:picChg chg="add mod ord">
          <ac:chgData name="Rajendra Joshi" userId="e8dcc9b2d8463b3a" providerId="LiveId" clId="{C5EB99A2-3027-4CAF-91ED-01B26E32F65E}" dt="2026-06-19T20:23:43.471" v="5400" actId="22"/>
          <ac:picMkLst>
            <pc:docMk/>
            <pc:sldMk cId="378210403" sldId="261"/>
            <ac:picMk id="7" creationId="{3E184DCF-2C36-1629-96D3-A541AF6DBB94}"/>
          </ac:picMkLst>
        </pc:picChg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3089596394" sldId="261"/>
        </pc:sldMkLst>
        <pc:spChg chg="mod">
          <ac:chgData name="Rajendra Joshi" userId="e8dcc9b2d8463b3a" providerId="LiveId" clId="{C5EB99A2-3027-4CAF-91ED-01B26E32F65E}" dt="2026-06-19T20:52:11.575" v="7676" actId="20577"/>
          <ac:spMkLst>
            <pc:docMk/>
            <pc:sldMk cId="3089596394" sldId="261"/>
            <ac:spMk id="2" creationId="{BC429E8D-6B9C-203A-598C-9C4276211F2E}"/>
          </ac:spMkLst>
        </pc:spChg>
        <pc:spChg chg="mod">
          <ac:chgData name="Rajendra Joshi" userId="e8dcc9b2d8463b3a" providerId="LiveId" clId="{C5EB99A2-3027-4CAF-91ED-01B26E32F65E}" dt="2026-06-19T20:53:56.106" v="7926" actId="20577"/>
          <ac:spMkLst>
            <pc:docMk/>
            <pc:sldMk cId="3089596394" sldId="261"/>
            <ac:spMk id="3" creationId="{ABACDFAD-6616-0F0B-FCAF-CEA379D97320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3089596394" sldId="261"/>
            <ac:picMk id="5" creationId="{F5477762-7A48-DE11-104F-4E9CFC12E65C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09:17.236" v="4611" actId="47"/>
        <pc:sldMkLst>
          <pc:docMk/>
          <pc:sldMk cId="3947871584" sldId="261"/>
        </pc:sldMkLst>
      </pc:sldChg>
      <pc:sldChg chg="addSp delSp modSp new del mod modTransition modAnim">
        <pc:chgData name="Rajendra Joshi" userId="e8dcc9b2d8463b3a" providerId="LiveId" clId="{C5EB99A2-3027-4CAF-91ED-01B26E32F65E}" dt="2026-06-19T20:09:16.928" v="4610" actId="47"/>
        <pc:sldMkLst>
          <pc:docMk/>
          <pc:sldMk cId="2157173292" sldId="262"/>
        </pc:sldMkLst>
      </pc:sldChg>
      <pc:sldChg chg="modSp new del mod modTransition">
        <pc:chgData name="Rajendra Joshi" userId="e8dcc9b2d8463b3a" providerId="LiveId" clId="{C5EB99A2-3027-4CAF-91ED-01B26E32F65E}" dt="2026-06-19T20:36:29.645" v="6220" actId="47"/>
        <pc:sldMkLst>
          <pc:docMk/>
          <pc:sldMk cId="2969509932" sldId="262"/>
        </pc:sldMkLst>
        <pc:spChg chg="mod">
          <ac:chgData name="Rajendra Joshi" userId="e8dcc9b2d8463b3a" providerId="LiveId" clId="{C5EB99A2-3027-4CAF-91ED-01B26E32F65E}" dt="2026-06-19T20:24:24.240" v="5440" actId="20577"/>
          <ac:spMkLst>
            <pc:docMk/>
            <pc:sldMk cId="2969509932" sldId="262"/>
            <ac:spMk id="2" creationId="{BE4EAFE2-E785-A294-9E36-01B3AB07487F}"/>
          </ac:spMkLst>
        </pc:spChg>
        <pc:spChg chg="mod">
          <ac:chgData name="Rajendra Joshi" userId="e8dcc9b2d8463b3a" providerId="LiveId" clId="{C5EB99A2-3027-4CAF-91ED-01B26E32F65E}" dt="2026-06-19T20:26:00.513" v="5600" actId="20577"/>
          <ac:spMkLst>
            <pc:docMk/>
            <pc:sldMk cId="2969509932" sldId="262"/>
            <ac:spMk id="3" creationId="{60D3E379-AB6A-2B14-598A-373864F60FCE}"/>
          </ac:spMkLst>
        </pc:spChg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4087729487" sldId="262"/>
        </pc:sldMkLst>
        <pc:spChg chg="mod">
          <ac:chgData name="Rajendra Joshi" userId="e8dcc9b2d8463b3a" providerId="LiveId" clId="{C5EB99A2-3027-4CAF-91ED-01B26E32F65E}" dt="2026-06-19T20:54:56.331" v="7957" actId="20577"/>
          <ac:spMkLst>
            <pc:docMk/>
            <pc:sldMk cId="4087729487" sldId="262"/>
            <ac:spMk id="2" creationId="{77185C2C-62E1-7CCD-6160-95176C9F73B4}"/>
          </ac:spMkLst>
        </pc:spChg>
        <pc:spChg chg="mod">
          <ac:chgData name="Rajendra Joshi" userId="e8dcc9b2d8463b3a" providerId="LiveId" clId="{C5EB99A2-3027-4CAF-91ED-01B26E32F65E}" dt="2026-06-19T20:55:33.862" v="8072" actId="20577"/>
          <ac:spMkLst>
            <pc:docMk/>
            <pc:sldMk cId="4087729487" sldId="262"/>
            <ac:spMk id="3" creationId="{57190421-F5B7-3299-51B5-6CE173057878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4087729487" sldId="262"/>
            <ac:picMk id="5" creationId="{15950641-BA5A-2BCA-5A9E-4789351856B8}"/>
          </ac:picMkLst>
        </pc:picChg>
      </pc:sldChg>
      <pc:sldChg chg="addSp delSp modSp new mod setBg">
        <pc:chgData name="Rajendra Joshi" userId="e8dcc9b2d8463b3a" providerId="LiveId" clId="{C5EB99A2-3027-4CAF-91ED-01B26E32F65E}" dt="2026-06-19T23:22:36.341" v="8548"/>
        <pc:sldMkLst>
          <pc:docMk/>
          <pc:sldMk cId="1021251954" sldId="263"/>
        </pc:sldMkLst>
        <pc:spChg chg="mod">
          <ac:chgData name="Rajendra Joshi" userId="e8dcc9b2d8463b3a" providerId="LiveId" clId="{C5EB99A2-3027-4CAF-91ED-01B26E32F65E}" dt="2026-06-19T20:56:35.642" v="8098" actId="26606"/>
          <ac:spMkLst>
            <pc:docMk/>
            <pc:sldMk cId="1021251954" sldId="263"/>
            <ac:spMk id="2" creationId="{DEBA3C9F-8F3C-657B-8E4F-08392700B818}"/>
          </ac:spMkLst>
        </pc:spChg>
        <pc:spChg chg="del">
          <ac:chgData name="Rajendra Joshi" userId="e8dcc9b2d8463b3a" providerId="LiveId" clId="{C5EB99A2-3027-4CAF-91ED-01B26E32F65E}" dt="2026-06-19T20:56:10.988" v="8096"/>
          <ac:spMkLst>
            <pc:docMk/>
            <pc:sldMk cId="1021251954" sldId="263"/>
            <ac:spMk id="3" creationId="{CDCA5A1F-2000-F9AF-218F-0F0F66B98A22}"/>
          </ac:spMkLst>
        </pc:spChg>
        <pc:spChg chg="add del">
          <ac:chgData name="Rajendra Joshi" userId="e8dcc9b2d8463b3a" providerId="LiveId" clId="{C5EB99A2-3027-4CAF-91ED-01B26E32F65E}" dt="2026-06-19T20:56:35.642" v="8098" actId="26606"/>
          <ac:spMkLst>
            <pc:docMk/>
            <pc:sldMk cId="1021251954" sldId="263"/>
            <ac:spMk id="9" creationId="{820DC59A-CF25-48DE-BA3A-41EBB9E2398A}"/>
          </ac:spMkLst>
        </pc:spChg>
        <pc:spChg chg="add del">
          <ac:chgData name="Rajendra Joshi" userId="e8dcc9b2d8463b3a" providerId="LiveId" clId="{C5EB99A2-3027-4CAF-91ED-01B26E32F65E}" dt="2026-06-19T20:56:35.642" v="8098" actId="26606"/>
          <ac:spMkLst>
            <pc:docMk/>
            <pc:sldMk cId="1021251954" sldId="263"/>
            <ac:spMk id="11" creationId="{90901F74-B587-477D-8BF5-944896306626}"/>
          </ac:spMkLst>
        </pc:spChg>
        <pc:grpChg chg="add del">
          <ac:chgData name="Rajendra Joshi" userId="e8dcc9b2d8463b3a" providerId="LiveId" clId="{C5EB99A2-3027-4CAF-91ED-01B26E32F65E}" dt="2026-06-19T20:56:35.642" v="8098" actId="26606"/>
          <ac:grpSpMkLst>
            <pc:docMk/>
            <pc:sldMk cId="1021251954" sldId="263"/>
            <ac:grpSpMk id="13" creationId="{43F5E015-E085-4624-B431-B42414448684}"/>
          </ac:grpSpMkLst>
        </pc:grpChg>
        <pc:graphicFrameChg chg="add mod modGraphic">
          <ac:chgData name="Rajendra Joshi" userId="e8dcc9b2d8463b3a" providerId="LiveId" clId="{C5EB99A2-3027-4CAF-91ED-01B26E32F65E}" dt="2026-06-19T20:56:54.719" v="8101" actId="14100"/>
          <ac:graphicFrameMkLst>
            <pc:docMk/>
            <pc:sldMk cId="1021251954" sldId="263"/>
            <ac:graphicFrameMk id="4" creationId="{00B6BED8-3C22-90D3-BCE8-14E023A5FAE3}"/>
          </ac:graphicFrameMkLst>
        </pc:graphicFrame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1021251954" sldId="263"/>
            <ac:picMk id="5" creationId="{C2EDEF70-07EE-2E06-CC48-47EF902C2ACF}"/>
          </ac:picMkLst>
        </pc:picChg>
        <pc:cxnChg chg="add">
          <ac:chgData name="Rajendra Joshi" userId="e8dcc9b2d8463b3a" providerId="LiveId" clId="{C5EB99A2-3027-4CAF-91ED-01B26E32F65E}" dt="2026-06-19T20:57:20.087" v="8102" actId="11529"/>
          <ac:cxnSpMkLst>
            <pc:docMk/>
            <pc:sldMk cId="1021251954" sldId="263"/>
            <ac:cxnSpMk id="6" creationId="{893FFB42-A9E9-3248-1A79-7231B2AAA0F7}"/>
          </ac:cxnSpMkLst>
        </pc:cxnChg>
      </pc:sldChg>
      <pc:sldChg chg="modSp new del mod modTransition">
        <pc:chgData name="Rajendra Joshi" userId="e8dcc9b2d8463b3a" providerId="LiveId" clId="{C5EB99A2-3027-4CAF-91ED-01B26E32F65E}" dt="2026-06-19T20:36:29.455" v="6219" actId="47"/>
        <pc:sldMkLst>
          <pc:docMk/>
          <pc:sldMk cId="1718169796" sldId="263"/>
        </pc:sldMkLst>
        <pc:spChg chg="mod">
          <ac:chgData name="Rajendra Joshi" userId="e8dcc9b2d8463b3a" providerId="LiveId" clId="{C5EB99A2-3027-4CAF-91ED-01B26E32F65E}" dt="2026-06-19T20:26:43.512" v="5648" actId="20577"/>
          <ac:spMkLst>
            <pc:docMk/>
            <pc:sldMk cId="1718169796" sldId="263"/>
            <ac:spMk id="2" creationId="{9B2DD703-31D0-F639-2356-3C6528E0CC7A}"/>
          </ac:spMkLst>
        </pc:spChg>
        <pc:spChg chg="mod">
          <ac:chgData name="Rajendra Joshi" userId="e8dcc9b2d8463b3a" providerId="LiveId" clId="{C5EB99A2-3027-4CAF-91ED-01B26E32F65E}" dt="2026-06-19T20:27:12.918" v="5722" actId="20577"/>
          <ac:spMkLst>
            <pc:docMk/>
            <pc:sldMk cId="1718169796" sldId="263"/>
            <ac:spMk id="3" creationId="{4941D01F-0334-50CC-6245-1D77C64C3238}"/>
          </ac:spMkLst>
        </pc:spChg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1347536765" sldId="264"/>
        </pc:sldMkLst>
        <pc:spChg chg="mod">
          <ac:chgData name="Rajendra Joshi" userId="e8dcc9b2d8463b3a" providerId="LiveId" clId="{C5EB99A2-3027-4CAF-91ED-01B26E32F65E}" dt="2026-06-19T20:58:18.090" v="8142" actId="20577"/>
          <ac:spMkLst>
            <pc:docMk/>
            <pc:sldMk cId="1347536765" sldId="264"/>
            <ac:spMk id="2" creationId="{7984079A-5507-26D7-8D0A-81B60647D394}"/>
          </ac:spMkLst>
        </pc:spChg>
        <pc:spChg chg="mod">
          <ac:chgData name="Rajendra Joshi" userId="e8dcc9b2d8463b3a" providerId="LiveId" clId="{C5EB99A2-3027-4CAF-91ED-01B26E32F65E}" dt="2026-06-19T20:59:30.733" v="8247"/>
          <ac:spMkLst>
            <pc:docMk/>
            <pc:sldMk cId="1347536765" sldId="264"/>
            <ac:spMk id="3" creationId="{BE9D1496-EF7F-9E67-DA30-3C123F571B23}"/>
          </ac:spMkLst>
        </pc:spChg>
        <pc:spChg chg="add mod">
          <ac:chgData name="Rajendra Joshi" userId="e8dcc9b2d8463b3a" providerId="LiveId" clId="{C5EB99A2-3027-4CAF-91ED-01B26E32F65E}" dt="2026-06-19T21:00:13.426" v="8263" actId="20577"/>
          <ac:spMkLst>
            <pc:docMk/>
            <pc:sldMk cId="1347536765" sldId="264"/>
            <ac:spMk id="4" creationId="{8D1002A0-D105-5F70-E628-333E06AAB51B}"/>
          </ac:spMkLst>
        </pc:spChg>
        <pc:spChg chg="add mod">
          <ac:chgData name="Rajendra Joshi" userId="e8dcc9b2d8463b3a" providerId="LiveId" clId="{C5EB99A2-3027-4CAF-91ED-01B26E32F65E}" dt="2026-06-19T20:59:55.886" v="8250" actId="767"/>
          <ac:spMkLst>
            <pc:docMk/>
            <pc:sldMk cId="1347536765" sldId="264"/>
            <ac:spMk id="5" creationId="{6052E877-339A-618D-C9A0-D5A40B269D2B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1347536765" sldId="264"/>
            <ac:picMk id="6" creationId="{4F13BE8F-3A89-37F5-66BE-E5DA15E375C6}"/>
          </ac:picMkLst>
        </pc:picChg>
      </pc:sldChg>
      <pc:sldChg chg="modSp new del mod modTransition">
        <pc:chgData name="Rajendra Joshi" userId="e8dcc9b2d8463b3a" providerId="LiveId" clId="{C5EB99A2-3027-4CAF-91ED-01B26E32F65E}" dt="2026-06-19T20:36:29.273" v="6218" actId="47"/>
        <pc:sldMkLst>
          <pc:docMk/>
          <pc:sldMk cId="2298262914" sldId="264"/>
        </pc:sldMkLst>
        <pc:spChg chg="mod">
          <ac:chgData name="Rajendra Joshi" userId="e8dcc9b2d8463b3a" providerId="LiveId" clId="{C5EB99A2-3027-4CAF-91ED-01B26E32F65E}" dt="2026-06-19T20:27:31.141" v="5742" actId="20577"/>
          <ac:spMkLst>
            <pc:docMk/>
            <pc:sldMk cId="2298262914" sldId="264"/>
            <ac:spMk id="2" creationId="{EE9E8158-835E-D983-543B-A338940D4331}"/>
          </ac:spMkLst>
        </pc:spChg>
        <pc:spChg chg="mod">
          <ac:chgData name="Rajendra Joshi" userId="e8dcc9b2d8463b3a" providerId="LiveId" clId="{C5EB99A2-3027-4CAF-91ED-01B26E32F65E}" dt="2026-06-19T20:28:59.793" v="5912" actId="20577"/>
          <ac:spMkLst>
            <pc:docMk/>
            <pc:sldMk cId="2298262914" sldId="264"/>
            <ac:spMk id="3" creationId="{0B7116DA-49BE-D33E-B759-6748A24625F2}"/>
          </ac:spMkLst>
        </pc:spChg>
      </pc:sldChg>
      <pc:sldChg chg="addSp modSp new mod">
        <pc:chgData name="Rajendra Joshi" userId="e8dcc9b2d8463b3a" providerId="LiveId" clId="{C5EB99A2-3027-4CAF-91ED-01B26E32F65E}" dt="2026-06-19T23:22:36.341" v="8548"/>
        <pc:sldMkLst>
          <pc:docMk/>
          <pc:sldMk cId="2058803554" sldId="265"/>
        </pc:sldMkLst>
        <pc:spChg chg="mod">
          <ac:chgData name="Rajendra Joshi" userId="e8dcc9b2d8463b3a" providerId="LiveId" clId="{C5EB99A2-3027-4CAF-91ED-01B26E32F65E}" dt="2026-06-19T21:00:44.892" v="8275" actId="20577"/>
          <ac:spMkLst>
            <pc:docMk/>
            <pc:sldMk cId="2058803554" sldId="265"/>
            <ac:spMk id="2" creationId="{B5A777BD-F577-3E73-E8D4-94F255F0E321}"/>
          </ac:spMkLst>
        </pc:spChg>
        <pc:spChg chg="mod">
          <ac:chgData name="Rajendra Joshi" userId="e8dcc9b2d8463b3a" providerId="LiveId" clId="{C5EB99A2-3027-4CAF-91ED-01B26E32F65E}" dt="2026-06-19T21:01:42.680" v="8519" actId="20577"/>
          <ac:spMkLst>
            <pc:docMk/>
            <pc:sldMk cId="2058803554" sldId="265"/>
            <ac:spMk id="3" creationId="{0B820D5B-5E6E-E49C-F3B8-AAFC9411A548}"/>
          </ac:spMkLst>
        </pc:spChg>
        <pc:picChg chg="add mod">
          <ac:chgData name="Rajendra Joshi" userId="e8dcc9b2d8463b3a" providerId="LiveId" clId="{C5EB99A2-3027-4CAF-91ED-01B26E32F65E}" dt="2026-06-19T23:22:36.341" v="8548"/>
          <ac:picMkLst>
            <pc:docMk/>
            <pc:sldMk cId="2058803554" sldId="265"/>
            <ac:picMk id="5" creationId="{3CB2ECB7-D417-0BA9-D604-195207C13F85}"/>
          </ac:picMkLst>
        </pc:picChg>
      </pc:sldChg>
      <pc:sldChg chg="modSp new del mod modTransition">
        <pc:chgData name="Rajendra Joshi" userId="e8dcc9b2d8463b3a" providerId="LiveId" clId="{C5EB99A2-3027-4CAF-91ED-01B26E32F65E}" dt="2026-06-19T20:36:28.851" v="6216" actId="47"/>
        <pc:sldMkLst>
          <pc:docMk/>
          <pc:sldMk cId="3933539011" sldId="265"/>
        </pc:sldMkLst>
        <pc:spChg chg="mod">
          <ac:chgData name="Rajendra Joshi" userId="e8dcc9b2d8463b3a" providerId="LiveId" clId="{C5EB99A2-3027-4CAF-91ED-01B26E32F65E}" dt="2026-06-19T20:30:53.204" v="5922" actId="20577"/>
          <ac:spMkLst>
            <pc:docMk/>
            <pc:sldMk cId="3933539011" sldId="265"/>
            <ac:spMk id="2" creationId="{214E3D8E-A1B7-0967-4C23-68E9666BB9D4}"/>
          </ac:spMkLst>
        </pc:spChg>
        <pc:spChg chg="mod">
          <ac:chgData name="Rajendra Joshi" userId="e8dcc9b2d8463b3a" providerId="LiveId" clId="{C5EB99A2-3027-4CAF-91ED-01B26E32F65E}" dt="2026-06-19T20:32:02.710" v="6165" actId="20577"/>
          <ac:spMkLst>
            <pc:docMk/>
            <pc:sldMk cId="3933539011" sldId="265"/>
            <ac:spMk id="3" creationId="{E2078E4C-F4C3-3356-B571-5B91AAE312F3}"/>
          </ac:spMkLst>
        </pc:spChg>
      </pc:sldChg>
      <pc:sldChg chg="modSp new del mod modTransition">
        <pc:chgData name="Rajendra Joshi" userId="e8dcc9b2d8463b3a" providerId="LiveId" clId="{C5EB99A2-3027-4CAF-91ED-01B26E32F65E}" dt="2026-06-19T20:36:29.067" v="6217" actId="47"/>
        <pc:sldMkLst>
          <pc:docMk/>
          <pc:sldMk cId="2214708971" sldId="266"/>
        </pc:sldMkLst>
        <pc:spChg chg="mod">
          <ac:chgData name="Rajendra Joshi" userId="e8dcc9b2d8463b3a" providerId="LiveId" clId="{C5EB99A2-3027-4CAF-91ED-01B26E32F65E}" dt="2026-06-19T20:32:24.716" v="6214" actId="20577"/>
          <ac:spMkLst>
            <pc:docMk/>
            <pc:sldMk cId="2214708971" sldId="266"/>
            <ac:spMk id="3" creationId="{A283BCC0-2C12-9836-430C-3D9E2183308F}"/>
          </ac:spMkLst>
        </pc:spChg>
      </pc:sldChg>
      <pc:sldChg chg="modSp new mod">
        <pc:chgData name="Rajendra Joshi" userId="e8dcc9b2d8463b3a" providerId="LiveId" clId="{C5EB99A2-3027-4CAF-91ED-01B26E32F65E}" dt="2026-06-19T21:02:00.687" v="8547" actId="20577"/>
        <pc:sldMkLst>
          <pc:docMk/>
          <pc:sldMk cId="3310621105" sldId="266"/>
        </pc:sldMkLst>
        <pc:spChg chg="mod">
          <ac:chgData name="Rajendra Joshi" userId="e8dcc9b2d8463b3a" providerId="LiveId" clId="{C5EB99A2-3027-4CAF-91ED-01B26E32F65E}" dt="2026-06-19T21:02:00.687" v="8547" actId="20577"/>
          <ac:spMkLst>
            <pc:docMk/>
            <pc:sldMk cId="3310621105" sldId="266"/>
            <ac:spMk id="3" creationId="{C4079749-7F10-C806-5A3E-7D2BAA03CDD8}"/>
          </ac:spMkLst>
        </pc:spChg>
      </pc:sldChg>
      <pc:sldMasterChg chg="setBg modSldLayout">
        <pc:chgData name="Rajendra Joshi" userId="e8dcc9b2d8463b3a" providerId="LiveId" clId="{C5EB99A2-3027-4CAF-91ED-01B26E32F65E}" dt="2026-05-22T19:21:19.555" v="24"/>
        <pc:sldMasterMkLst>
          <pc:docMk/>
          <pc:sldMasterMk cId="3176056246" sldId="2147483648"/>
        </pc:sldMasterMkLst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92570324" sldId="2147483649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10401771" sldId="2147483650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316054593" sldId="2147483651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816414778" sldId="2147483652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1595572397" sldId="2147483653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3450477839" sldId="2147483654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3784107473" sldId="2147483655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710200050" sldId="2147483656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1975052495" sldId="2147483657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415719655" sldId="2147483658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667537531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0E99-3CDD-2354-B8F4-80CABB084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3C87D-E678-23BB-3200-5B9A203C9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083C-CDFD-BAC6-47D5-935AEDFB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D0D5-3E8B-DEEC-3441-2FD588D0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EEAEC-31E8-8BC0-2719-95CD49F4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18C0-D989-4041-E4A8-05FA5E95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E12D9-5255-90F9-A65F-7A03AB51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2A5BA-2A40-185C-BB53-95E74689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0BD35-6A0F-D0C0-0604-A019F8D6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3962A-B2C3-7573-04DA-638DB094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43BF-3410-D5FB-A8FD-E33B255D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30CA3-660B-4D11-992E-A25E3A480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9332D-1C41-01E2-7AC1-C68B8B8D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EE0E-DDFD-743C-DBF7-B915A46E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2699E-AD7A-CE5B-0CFC-88745AFB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5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3B7F-7C8C-E073-A019-5DD6BCE42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DAC9E-204D-B549-73B8-41AF661E7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BFA9F-32D0-F301-B040-037323CE1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5DD88-3637-4FAB-CC77-E88520EFB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EE88F-7C7D-99AF-496C-267DFB1E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58661-4C03-20B4-0E6E-2306CC0A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1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1203-B678-1A8E-EDE0-F92704AB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36C45-F0C3-897C-B48C-72CBCABD4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6D3CC-51CB-25A9-9562-45CE4199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1A2F7-882E-C815-170D-2F8FB93A4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15BEC-80E8-5C88-35C7-D15E297AF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61A7F-F380-F609-E600-68A142B4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E1D0A-B29D-BFD4-80CE-C42B4B04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A4A2E-D6F1-BD7B-8D39-C8506716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7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E63F-324A-BB0A-8F8E-93E4E964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F2D98-1A49-C25B-6A80-D30DA9AA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15AD8-02BD-8401-F90B-DBB30327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905EB-58A5-415A-64B3-1D095BFF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77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B104C-6127-CD1F-2ABD-C97100FF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BB51F-B636-7480-E50A-6CA33354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42498-8005-D22D-7C43-AD63CFC2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6334-FA25-5111-396B-D6C9DBE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C88A-9E15-14F5-A902-F7041DA61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64722-7AC8-069A-929F-AF598CE05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46DB7-3102-E65A-B873-20681EBC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EA095-C63D-3943-0A8B-CD35D58C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E23DA-EA32-8E2A-3D96-9B5A79D8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0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643F-7136-0620-2A0B-945F2768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374DD7-E8A4-6726-AA68-FEC883166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7F52F-E38C-B448-0E80-B0E599EB5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5221E-0B4C-74B4-3632-E12E44D6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2694E-6748-2667-B777-F35A2593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319A-A4B2-5483-39D8-C25EB739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5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8E76-48F4-619F-F9C1-FDA2EB3C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8BFA3-D7D4-2D42-99EF-BFC359A14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54503-5BD3-3321-442B-30757276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2DF94-8D66-E8CE-AD07-7AEB25C7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850F6-B9B5-CE91-0F38-7305D45D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E7192-9DCF-16B9-4FCE-5D3BA375C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7D689-9CC8-137E-6A63-27D7397AC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4DFC-BF89-B459-9EAD-5B054444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B9A52-457A-91AB-C873-82F432FC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AD93-BA54-517B-E9D4-6348EA36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3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718A7-C425-902C-FFDA-2273DCAB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C119-02EF-BB21-EAB8-5EABC3876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B3E0D-FB38-40D2-6761-1839F5926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B9BF-4511-23DB-0E19-B61F722A0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B9608-691D-20AA-E47E-0042A358B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5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29D8-7221-26D6-CFEF-EF7FF4FE5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Machine Learning Engineer - Associate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B5729-863E-186D-8635-F94D0853BE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TF-IDF (Term Frequency-Inverse Document Frequency)</a:t>
            </a:r>
          </a:p>
          <a:p>
            <a:r>
              <a:rPr lang="en-US" dirty="0"/>
              <a:t>Transforming Text into ML features</a:t>
            </a:r>
          </a:p>
          <a:p>
            <a:pPr algn="r"/>
            <a:r>
              <a:rPr lang="en-US" sz="2000" dirty="0"/>
              <a:t>- RJ Programming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9037A14-BC80-F4DA-A786-5B79F5597A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9981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928"/>
    </mc:Choice>
    <mc:Fallback>
      <p:transition spd="slow" advTm="459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19DB-0373-0A9C-BFC2-484E1424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TF-IDF?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D72C2-8E6E-C8A0-E2CD-067AB8C2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TF = Term Frequency</a:t>
            </a:r>
          </a:p>
          <a:p>
            <a:r>
              <a:rPr lang="en-US" dirty="0"/>
              <a:t>IDF = Inverse Document Frequency</a:t>
            </a:r>
          </a:p>
          <a:p>
            <a:r>
              <a:rPr lang="en-US" dirty="0"/>
              <a:t>Combines word importance and rarity</a:t>
            </a:r>
          </a:p>
          <a:p>
            <a:r>
              <a:rPr lang="en-US" dirty="0"/>
              <a:t>Produces weighted numerical values</a:t>
            </a:r>
          </a:p>
          <a:p>
            <a:r>
              <a:rPr lang="en-US" dirty="0"/>
              <a:t>Used in NLP and information retrieval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TF-IDF = TF x IDF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CEA9C17B-2C52-6821-BE3A-6799357CF6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59199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676"/>
    </mc:Choice>
    <mc:Fallback>
      <p:transition spd="slow" advTm="36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B6E5-0F26-DC2E-2F65-A8127407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do we need TF-IDF?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2623F-5A53-8C96-1F64-4173EE9BC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models require numerical input</a:t>
            </a:r>
          </a:p>
          <a:p>
            <a:r>
              <a:rPr lang="en-US" dirty="0"/>
              <a:t>Raw text cannot be processed directly</a:t>
            </a:r>
          </a:p>
          <a:p>
            <a:r>
              <a:rPr lang="en-US" dirty="0"/>
              <a:t>Some words are more informative than others</a:t>
            </a:r>
          </a:p>
          <a:p>
            <a:r>
              <a:rPr lang="en-US" dirty="0"/>
              <a:t>Common words provide little meaning</a:t>
            </a:r>
          </a:p>
          <a:p>
            <a:r>
              <a:rPr lang="en-US" dirty="0"/>
              <a:t>TF-IDF identifies important words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A30B391E-CC32-5CEC-AD84-D0C6A0B66E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51905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636"/>
    </mc:Choice>
    <mc:Fallback>
      <p:transition spd="slow" advTm="396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AC62-58F9-A489-D963-DE412E7E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Term Frequency (TF)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E51B91-A0A7-8B28-0C0C-45727329E2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Measures word occurrence in a document</a:t>
                </a:r>
              </a:p>
              <a:p>
                <a:r>
                  <a:rPr lang="en-US" dirty="0"/>
                  <a:t>Indicates local importance</a:t>
                </a:r>
              </a:p>
              <a:p>
                <a:r>
                  <a:rPr lang="en-US" dirty="0"/>
                  <a:t>Higher frequency = higher TF score</a:t>
                </a:r>
              </a:p>
              <a:p>
                <a:r>
                  <a:rPr lang="en-US" dirty="0"/>
                  <a:t>Calculated for each word separately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TF(t)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𝑡𝑒𝑟𝑚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𝑎𝑝𝑝𝑒𝑎𝑟𝑠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𝑑𝑜𝑐𝑢𝑚𝑒𝑛𝑡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𝑤𝑜𝑟𝑑𝑠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𝑑𝑜𝑐𝑢𝑚𝑒𝑛𝑡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dirty="0"/>
                  <a:t>“Machine Learning is powerful. Machine Learning is useful.”</a:t>
                </a:r>
              </a:p>
              <a:p>
                <a:pPr marL="0" indent="0">
                  <a:buNone/>
                </a:pPr>
                <a:r>
                  <a:rPr lang="en-US" dirty="0"/>
                  <a:t>Word: </a:t>
                </a:r>
                <a:r>
                  <a:rPr lang="en-US" b="1" dirty="0"/>
                  <a:t>Machine</a:t>
                </a:r>
              </a:p>
              <a:p>
                <a:pPr marL="0" indent="0">
                  <a:buNone/>
                </a:pPr>
                <a:r>
                  <a:rPr lang="en-US" dirty="0"/>
                  <a:t>TF = 2/7 = 0.286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E51B91-A0A7-8B28-0C0C-45727329E2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8" t="-3081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2AFCCE4-D746-EAC1-30E1-BDF2E44D4A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64008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828"/>
    </mc:Choice>
    <mc:Fallback>
      <p:transition spd="slow" advTm="378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76A9-8CD2-5880-6336-4719122F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Document Frequency (IDF)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8AF03-50E0-4578-9B76-07143B270A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Measures word rarity</a:t>
                </a:r>
              </a:p>
              <a:p>
                <a:r>
                  <a:rPr lang="en-US" dirty="0"/>
                  <a:t>Penalizes common words</a:t>
                </a:r>
              </a:p>
              <a:p>
                <a:r>
                  <a:rPr lang="en-US" dirty="0"/>
                  <a:t>Rewards unique words</a:t>
                </a:r>
              </a:p>
              <a:p>
                <a:r>
                  <a:rPr lang="en-US" dirty="0"/>
                  <a:t>Calculated across all documents</a:t>
                </a:r>
              </a:p>
              <a:p>
                <a:r>
                  <a:rPr lang="en-US" dirty="0"/>
                  <a:t>Higher rarity = higher IDF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where:</a:t>
                </a:r>
              </a:p>
              <a:p>
                <a:pPr marL="0" indent="0">
                  <a:buNone/>
                </a:pPr>
                <a:r>
                  <a:rPr lang="en-US" dirty="0"/>
                  <a:t>					N = total documents</a:t>
                </a:r>
              </a:p>
              <a:p>
                <a:pPr marL="0" indent="0">
                  <a:buNone/>
                </a:pPr>
                <a:r>
                  <a:rPr lang="en-US" dirty="0"/>
                  <a:t>					DF = Documents containing the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8AF03-50E0-4578-9B76-07143B270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F5C9F29D-1D92-9690-6AA9-CCCCFABA54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25669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951"/>
    </mc:Choice>
    <mc:Fallback>
      <p:transition spd="slow" advTm="319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9E8D-6B9C-203A-598C-9C427621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TF-IDF Example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CDFAD-6616-0F0B-FCAF-CEA379D97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Document 1 : “AWS provides cloud services”</a:t>
            </a:r>
          </a:p>
          <a:p>
            <a:r>
              <a:rPr lang="en-US" dirty="0"/>
              <a:t>Document 2 : “AWS supports machine learning”</a:t>
            </a:r>
          </a:p>
          <a:p>
            <a:r>
              <a:rPr lang="en-US" dirty="0"/>
              <a:t>Document 3 : “Machine leaning uses data”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Term: “cloud”</a:t>
            </a:r>
          </a:p>
          <a:p>
            <a:pPr marL="0" indent="0">
              <a:buNone/>
            </a:pPr>
            <a:r>
              <a:rPr lang="en-US" dirty="0"/>
              <a:t>TF in Document 1 = ¼</a:t>
            </a:r>
          </a:p>
          <a:p>
            <a:pPr marL="0" indent="0">
              <a:buNone/>
            </a:pPr>
            <a:r>
              <a:rPr lang="en-US" dirty="0"/>
              <a:t>DF = 1  N = 3</a:t>
            </a:r>
          </a:p>
          <a:p>
            <a:pPr marL="0" indent="0">
              <a:buNone/>
            </a:pPr>
            <a:r>
              <a:rPr lang="en-US" dirty="0"/>
              <a:t>IDF = log(3/1)</a:t>
            </a:r>
          </a:p>
          <a:p>
            <a:pPr marL="0" indent="0">
              <a:buNone/>
            </a:pPr>
            <a:r>
              <a:rPr lang="en-US" dirty="0"/>
              <a:t>TF-IDF = TF*IDF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F5477762-7A48-DE11-104F-4E9CFC12E6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89596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022"/>
    </mc:Choice>
    <mc:Fallback>
      <p:transition spd="slow" advTm="390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5C2C-62E1-7CCD-6160-95176C9F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Applications of TF-IDF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0421-F5B7-3299-51B5-6CE173057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engines</a:t>
            </a:r>
          </a:p>
          <a:p>
            <a:r>
              <a:rPr lang="en-US" dirty="0"/>
              <a:t>Document classification</a:t>
            </a:r>
          </a:p>
          <a:p>
            <a:r>
              <a:rPr lang="en-US" dirty="0"/>
              <a:t>Spam detection</a:t>
            </a:r>
          </a:p>
          <a:p>
            <a:r>
              <a:rPr lang="en-US" dirty="0"/>
              <a:t>Recommendation systems</a:t>
            </a:r>
          </a:p>
          <a:p>
            <a:r>
              <a:rPr lang="en-US" dirty="0"/>
              <a:t>Sentiment analysis</a:t>
            </a:r>
          </a:p>
          <a:p>
            <a:r>
              <a:rPr lang="en-US" dirty="0"/>
              <a:t>Text clustering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5950641-BA5A-2BCA-5A9E-4789351856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87729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379"/>
    </mc:Choice>
    <mc:Fallback>
      <p:transition spd="slow" advTm="313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A3C9F-8F3C-657B-8E4F-08392700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TF-IDF vs Bag of Words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B6BED8-3C22-90D3-BCE8-14E023A5F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700138"/>
              </p:ext>
            </p:extLst>
          </p:nvPr>
        </p:nvGraphicFramePr>
        <p:xfrm>
          <a:off x="838200" y="1690688"/>
          <a:ext cx="10515600" cy="322500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656754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40449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83397628"/>
                    </a:ext>
                  </a:extLst>
                </a:gridCol>
              </a:tblGrid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Bag of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TF-IDF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027561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Counts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18883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Considers Importance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528302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Reduces Common Words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052000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Better for NLP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911010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3FFB42-A9E9-3248-1A79-7231B2AAA0F7}"/>
              </a:ext>
            </a:extLst>
          </p:cNvPr>
          <p:cNvCxnSpPr/>
          <p:nvPr/>
        </p:nvCxnSpPr>
        <p:spPr>
          <a:xfrm>
            <a:off x="838200" y="2332383"/>
            <a:ext cx="87828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C2EDEF70-07EE-2E06-CC48-47EF902C2A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21251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107"/>
    </mc:Choice>
    <mc:Fallback>
      <p:transition spd="slow" advTm="37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079A-5507-26D7-8D0A-81B60647D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TF-IDF in Machine Learning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D1496-EF7F-9E67-DA30-3C123F57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Collection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Tokenization</a:t>
            </a:r>
          </a:p>
          <a:p>
            <a:r>
              <a:rPr lang="en-US" dirty="0"/>
              <a:t>TF-IDF vectorization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002A0-D105-5F70-E628-333E06AAB51B}"/>
              </a:ext>
            </a:extLst>
          </p:cNvPr>
          <p:cNvSpPr txBox="1"/>
          <p:nvPr/>
        </p:nvSpPr>
        <p:spPr>
          <a:xfrm>
            <a:off x="5638799" y="1825625"/>
            <a:ext cx="46448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Text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Text Cleaning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Tokenization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TF-IDF Vectorizer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Feature Matrix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Machine Learning Model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Predictions</a:t>
            </a:r>
          </a:p>
          <a:p>
            <a:endParaRPr lang="en-US" dirty="0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F13BE8F-3A89-37F5-66BE-E5DA15E375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47536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244"/>
    </mc:Choice>
    <mc:Fallback>
      <p:transition spd="slow" advTm="402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77BD-F577-3E73-E8D4-94F255F0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0D5B-5E6E-E49C-F3B8-AAFC9411A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TF-IDF converts text into numerical features</a:t>
            </a:r>
          </a:p>
          <a:p>
            <a:r>
              <a:rPr lang="en-US" dirty="0"/>
              <a:t>Combines frequency and rarity</a:t>
            </a:r>
          </a:p>
          <a:p>
            <a:r>
              <a:rPr lang="en-US" dirty="0"/>
              <a:t>Highlights important words</a:t>
            </a:r>
          </a:p>
          <a:p>
            <a:r>
              <a:rPr lang="en-US" dirty="0"/>
              <a:t>Improves NLP model performance</a:t>
            </a:r>
          </a:p>
          <a:p>
            <a:r>
              <a:rPr lang="en-US" dirty="0"/>
              <a:t>Widely used in search and classification</a:t>
            </a:r>
          </a:p>
          <a:p>
            <a:r>
              <a:rPr lang="en-US" dirty="0"/>
              <a:t>Fundamental feature engineering technique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3CB2ECB7-D417-0BA9-D604-195207C13F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58803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957"/>
    </mc:Choice>
    <mc:Fallback>
      <p:transition spd="slow" advTm="479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3576-6379-23D9-137E-CBE39A1C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79749-7F10-C806-5A3E-7D2BAA03C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   THANK YOU</a:t>
            </a:r>
          </a:p>
        </p:txBody>
      </p:sp>
    </p:spTree>
    <p:extLst>
      <p:ext uri="{BB962C8B-B14F-4D97-AF65-F5344CB8AC3E}">
        <p14:creationId xmlns:p14="http://schemas.microsoft.com/office/powerpoint/2010/main" val="331062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385</Words>
  <Application>Microsoft Office PowerPoint</Application>
  <PresentationFormat>Widescreen</PresentationFormat>
  <Paragraphs>93</Paragraphs>
  <Slides>11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AWS Machine Learning Engineer - Associate</vt:lpstr>
      <vt:lpstr>What is TF-IDF?</vt:lpstr>
      <vt:lpstr>Why do we need TF-IDF?</vt:lpstr>
      <vt:lpstr>Term Frequency (TF)</vt:lpstr>
      <vt:lpstr>Inverse Document Frequency (IDF)</vt:lpstr>
      <vt:lpstr>TF-IDF Example Calculation</vt:lpstr>
      <vt:lpstr>Applications of TF-IDF</vt:lpstr>
      <vt:lpstr>TF-IDF vs Bag of Words</vt:lpstr>
      <vt:lpstr>TF-IDF in Machine Learning Pipelines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Rajendra Joshi</dc:creator>
  <cp:lastModifiedBy>Rajendra Joshi</cp:lastModifiedBy>
  <cp:revision>1</cp:revision>
  <dcterms:created xsi:type="dcterms:W3CDTF">2026-05-22T19:18:15Z</dcterms:created>
  <dcterms:modified xsi:type="dcterms:W3CDTF">2026-06-19T23:22:47Z</dcterms:modified>
</cp:coreProperties>
</file>