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92F7C-78EE-4195-B9ED-5E6569A2D639}" v="9" dt="2026-06-19T23:14:24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ndra Joshi" userId="e8dcc9b2d8463b3a" providerId="LiveId" clId="{C5EB99A2-3027-4CAF-91ED-01B26E32F65E}"/>
    <pc:docChg chg="undo custSel addSld delSld modSld modMainMaster">
      <pc:chgData name="Rajendra Joshi" userId="e8dcc9b2d8463b3a" providerId="LiveId" clId="{C5EB99A2-3027-4CAF-91ED-01B26E32F65E}" dt="2026-06-19T23:14:24.879" v="6216"/>
      <pc:docMkLst>
        <pc:docMk/>
      </pc:docMkLst>
      <pc:sldChg chg="addSp delSp modSp new add del mod modTransition modAnim">
        <pc:chgData name="Rajendra Joshi" userId="e8dcc9b2d8463b3a" providerId="LiveId" clId="{C5EB99A2-3027-4CAF-91ED-01B26E32F65E}" dt="2026-06-19T23:14:24.879" v="6216"/>
        <pc:sldMkLst>
          <pc:docMk/>
          <pc:sldMk cId="1429981337" sldId="256"/>
        </pc:sldMkLst>
        <pc:spChg chg="mod">
          <ac:chgData name="Rajendra Joshi" userId="e8dcc9b2d8463b3a" providerId="LiveId" clId="{C5EB99A2-3027-4CAF-91ED-01B26E32F65E}" dt="2026-05-22T19:24:22.037" v="68" actId="20577"/>
          <ac:spMkLst>
            <pc:docMk/>
            <pc:sldMk cId="1429981337" sldId="256"/>
            <ac:spMk id="2" creationId="{BF7029D8-7221-26D6-CFEF-EF7FF4FE5819}"/>
          </ac:spMkLst>
        </pc:spChg>
        <pc:spChg chg="mod">
          <ac:chgData name="Rajendra Joshi" userId="e8dcc9b2d8463b3a" providerId="LiveId" clId="{C5EB99A2-3027-4CAF-91ED-01B26E32F65E}" dt="2026-06-19T20:12:00.382" v="4736" actId="20577"/>
          <ac:spMkLst>
            <pc:docMk/>
            <pc:sldMk cId="1429981337" sldId="256"/>
            <ac:spMk id="3" creationId="{BD3B5729-863E-186D-8635-F94D0853BEC6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1429981337" sldId="256"/>
            <ac:picMk id="6" creationId="{4C42C66B-8964-ED6F-2FC4-1B7EBA27086E}"/>
          </ac:picMkLst>
        </pc:picChg>
        <pc:picChg chg="add del mod">
          <ac:chgData name="Rajendra Joshi" userId="e8dcc9b2d8463b3a" providerId="LiveId" clId="{C5EB99A2-3027-4CAF-91ED-01B26E32F65E}" dt="2026-06-19T20:32:53.673" v="6215"/>
          <ac:picMkLst>
            <pc:docMk/>
            <pc:sldMk cId="1429981337" sldId="256"/>
            <ac:picMk id="14" creationId="{E6F607AD-5503-FFF6-59F1-88DF71B6644C}"/>
          </ac:picMkLst>
        </pc:picChg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963462831" sldId="257"/>
        </pc:sldMkLst>
        <pc:spChg chg="mod">
          <ac:chgData name="Rajendra Joshi" userId="e8dcc9b2d8463b3a" providerId="LiveId" clId="{C5EB99A2-3027-4CAF-91ED-01B26E32F65E}" dt="2026-06-19T20:14:40.100" v="5023" actId="20577"/>
          <ac:spMkLst>
            <pc:docMk/>
            <pc:sldMk cId="963462831" sldId="257"/>
            <ac:spMk id="2" creationId="{7955B650-D212-13DF-028D-26CBFD2D5AAA}"/>
          </ac:spMkLst>
        </pc:spChg>
        <pc:spChg chg="mod">
          <ac:chgData name="Rajendra Joshi" userId="e8dcc9b2d8463b3a" providerId="LiveId" clId="{C5EB99A2-3027-4CAF-91ED-01B26E32F65E}" dt="2026-06-19T20:14:19.624" v="4991" actId="20577"/>
          <ac:spMkLst>
            <pc:docMk/>
            <pc:sldMk cId="963462831" sldId="257"/>
            <ac:spMk id="3" creationId="{B005AB8B-B3F2-7237-ADAD-1AB417F622A9}"/>
          </ac:spMkLst>
        </pc:spChg>
        <pc:picChg chg="add mod">
          <ac:chgData name="Rajendra Joshi" userId="e8dcc9b2d8463b3a" providerId="LiveId" clId="{C5EB99A2-3027-4CAF-91ED-01B26E32F65E}" dt="2026-06-19T20:14:30.523" v="5022" actId="1035"/>
          <ac:picMkLst>
            <pc:docMk/>
            <pc:sldMk cId="963462831" sldId="257"/>
            <ac:picMk id="4" creationId="{1E1D3857-7126-74AC-6143-C800BD4ECD00}"/>
          </ac:picMkLst>
        </pc:pic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963462831" sldId="257"/>
            <ac:picMk id="7" creationId="{AF0FC74B-D877-E298-5702-BB298C85D8E2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8.582" v="4615" actId="47"/>
        <pc:sldMkLst>
          <pc:docMk/>
          <pc:sldMk cId="2487438239" sldId="257"/>
        </pc:sldMkLst>
      </pc:sldChg>
      <pc:sldChg chg="addSp modSp new del mod modTransition">
        <pc:chgData name="Rajendra Joshi" userId="e8dcc9b2d8463b3a" providerId="LiveId" clId="{C5EB99A2-3027-4CAF-91ED-01B26E32F65E}" dt="2026-06-19T20:09:17.940" v="4614" actId="47"/>
        <pc:sldMkLst>
          <pc:docMk/>
          <pc:sldMk cId="113354923" sldId="258"/>
        </pc:sldMkLst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394636586" sldId="258"/>
        </pc:sldMkLst>
        <pc:spChg chg="mod">
          <ac:chgData name="Rajendra Joshi" userId="e8dcc9b2d8463b3a" providerId="LiveId" clId="{C5EB99A2-3027-4CAF-91ED-01B26E32F65E}" dt="2026-06-19T20:14:59.497" v="5046" actId="20577"/>
          <ac:spMkLst>
            <pc:docMk/>
            <pc:sldMk cId="394636586" sldId="258"/>
            <ac:spMk id="2" creationId="{A4F4BC6C-A931-C946-70B4-AFE587E6F0F9}"/>
          </ac:spMkLst>
        </pc:spChg>
        <pc:spChg chg="mod">
          <ac:chgData name="Rajendra Joshi" userId="e8dcc9b2d8463b3a" providerId="LiveId" clId="{C5EB99A2-3027-4CAF-91ED-01B26E32F65E}" dt="2026-06-19T20:15:56.684" v="5234" actId="20577"/>
          <ac:spMkLst>
            <pc:docMk/>
            <pc:sldMk cId="394636586" sldId="258"/>
            <ac:spMk id="3" creationId="{17F316EA-B6FD-BBA8-8E27-859596591539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394636586" sldId="258"/>
            <ac:picMk id="5" creationId="{89B367AF-864F-5AE5-5530-D3925D05612A}"/>
          </ac:picMkLst>
        </pc:picChg>
      </pc:sldChg>
      <pc:sldChg chg="addSp delSp modSp new mod modTransition setBg setClrOvrMap">
        <pc:chgData name="Rajendra Joshi" userId="e8dcc9b2d8463b3a" providerId="LiveId" clId="{C5EB99A2-3027-4CAF-91ED-01B26E32F65E}" dt="2026-06-19T23:14:24.879" v="6216"/>
        <pc:sldMkLst>
          <pc:docMk/>
          <pc:sldMk cId="1237229775" sldId="259"/>
        </pc:sldMkLst>
        <pc:spChg chg="mod">
          <ac:chgData name="Rajendra Joshi" userId="e8dcc9b2d8463b3a" providerId="LiveId" clId="{C5EB99A2-3027-4CAF-91ED-01B26E32F65E}" dt="2026-06-19T20:17:30.241" v="5256" actId="26606"/>
          <ac:spMkLst>
            <pc:docMk/>
            <pc:sldMk cId="1237229775" sldId="259"/>
            <ac:spMk id="2" creationId="{B110119F-28D6-4CE9-3017-8529B3D29B04}"/>
          </ac:spMkLst>
        </pc:spChg>
        <pc:spChg chg="del">
          <ac:chgData name="Rajendra Joshi" userId="e8dcc9b2d8463b3a" providerId="LiveId" clId="{C5EB99A2-3027-4CAF-91ED-01B26E32F65E}" dt="2026-06-19T20:16:56.525" v="5254"/>
          <ac:spMkLst>
            <pc:docMk/>
            <pc:sldMk cId="1237229775" sldId="259"/>
            <ac:spMk id="3" creationId="{4648D906-1568-FE25-17AD-EBA7A5BBF1F6}"/>
          </ac:spMkLst>
        </pc:spChg>
        <pc:picChg chg="add mod">
          <ac:chgData name="Rajendra Joshi" userId="e8dcc9b2d8463b3a" providerId="LiveId" clId="{C5EB99A2-3027-4CAF-91ED-01B26E32F65E}" dt="2026-06-19T20:18:14.107" v="5262" actId="1076"/>
          <ac:picMkLst>
            <pc:docMk/>
            <pc:sldMk cId="1237229775" sldId="259"/>
            <ac:picMk id="4" creationId="{74D5E53B-67AB-1B4C-8618-EF496A7213F0}"/>
          </ac:picMkLst>
        </pc:pic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1237229775" sldId="259"/>
            <ac:picMk id="5" creationId="{B033642A-6934-EAE2-50ED-4AADD33CCE15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7.639" v="4613" actId="47"/>
        <pc:sldMkLst>
          <pc:docMk/>
          <pc:sldMk cId="2118884767" sldId="259"/>
        </pc:sldMkLst>
      </pc:sldChg>
      <pc:sldChg chg="addSp modSp new del mod modTransition">
        <pc:chgData name="Rajendra Joshi" userId="e8dcc9b2d8463b3a" providerId="LiveId" clId="{C5EB99A2-3027-4CAF-91ED-01B26E32F65E}" dt="2026-06-19T20:09:17.442" v="4612" actId="47"/>
        <pc:sldMkLst>
          <pc:docMk/>
          <pc:sldMk cId="1683398809" sldId="260"/>
        </pc:sldMkLst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2259968551" sldId="260"/>
        </pc:sldMkLst>
        <pc:spChg chg="mod">
          <ac:chgData name="Rajendra Joshi" userId="e8dcc9b2d8463b3a" providerId="LiveId" clId="{C5EB99A2-3027-4CAF-91ED-01B26E32F65E}" dt="2026-06-19T20:18:39.230" v="5280" actId="20577"/>
          <ac:spMkLst>
            <pc:docMk/>
            <pc:sldMk cId="2259968551" sldId="260"/>
            <ac:spMk id="2" creationId="{978031A6-A9E8-43A7-F731-C77FCDF864B6}"/>
          </ac:spMkLst>
        </pc:spChg>
        <pc:spChg chg="mod">
          <ac:chgData name="Rajendra Joshi" userId="e8dcc9b2d8463b3a" providerId="LiveId" clId="{C5EB99A2-3027-4CAF-91ED-01B26E32F65E}" dt="2026-06-19T20:20:41.354" v="5367" actId="20577"/>
          <ac:spMkLst>
            <pc:docMk/>
            <pc:sldMk cId="2259968551" sldId="260"/>
            <ac:spMk id="3" creationId="{76BDDDE0-9A46-C5F2-81B3-BE2ADABA46E4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2259968551" sldId="260"/>
            <ac:picMk id="5" creationId="{4B69246D-DFA6-3A7B-010E-1A81F06151A8}"/>
          </ac:picMkLst>
        </pc:picChg>
      </pc:sldChg>
      <pc:sldChg chg="addSp delSp modSp new mod modTransition">
        <pc:chgData name="Rajendra Joshi" userId="e8dcc9b2d8463b3a" providerId="LiveId" clId="{C5EB99A2-3027-4CAF-91ED-01B26E32F65E}" dt="2026-06-19T23:14:24.879" v="6216"/>
        <pc:sldMkLst>
          <pc:docMk/>
          <pc:sldMk cId="378210403" sldId="261"/>
        </pc:sldMkLst>
        <pc:spChg chg="mod">
          <ac:chgData name="Rajendra Joshi" userId="e8dcc9b2d8463b3a" providerId="LiveId" clId="{C5EB99A2-3027-4CAF-91ED-01B26E32F65E}" dt="2026-06-19T20:21:08.559" v="5393" actId="20577"/>
          <ac:spMkLst>
            <pc:docMk/>
            <pc:sldMk cId="378210403" sldId="261"/>
            <ac:spMk id="2" creationId="{DA42F9A0-A94E-B5EB-4234-5BA2EC8A9A57}"/>
          </ac:spMkLst>
        </pc:spChg>
        <pc:spChg chg="del mod">
          <ac:chgData name="Rajendra Joshi" userId="e8dcc9b2d8463b3a" providerId="LiveId" clId="{C5EB99A2-3027-4CAF-91ED-01B26E32F65E}" dt="2026-06-19T20:23:43.471" v="5400" actId="22"/>
          <ac:spMkLst>
            <pc:docMk/>
            <pc:sldMk cId="378210403" sldId="261"/>
            <ac:spMk id="3" creationId="{A607D870-2CB3-2860-2536-9AB28AE4865D}"/>
          </ac:spMkLst>
        </pc:spChg>
        <pc:spChg chg="add del">
          <ac:chgData name="Rajendra Joshi" userId="e8dcc9b2d8463b3a" providerId="LiveId" clId="{C5EB99A2-3027-4CAF-91ED-01B26E32F65E}" dt="2026-06-19T20:22:34.743" v="5396" actId="22"/>
          <ac:spMkLst>
            <pc:docMk/>
            <pc:sldMk cId="378210403" sldId="261"/>
            <ac:spMk id="5" creationId="{E9CD4856-BEF8-7A81-D3A3-4E38118BAD2A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378210403" sldId="261"/>
            <ac:picMk id="4" creationId="{76CF3A2A-E6FB-AEB6-B822-9CE37847FAE4}"/>
          </ac:picMkLst>
        </pc:picChg>
        <pc:picChg chg="add mod ord">
          <ac:chgData name="Rajendra Joshi" userId="e8dcc9b2d8463b3a" providerId="LiveId" clId="{C5EB99A2-3027-4CAF-91ED-01B26E32F65E}" dt="2026-06-19T20:23:43.471" v="5400" actId="22"/>
          <ac:picMkLst>
            <pc:docMk/>
            <pc:sldMk cId="378210403" sldId="261"/>
            <ac:picMk id="7" creationId="{3E184DCF-2C36-1629-96D3-A541AF6DBB94}"/>
          </ac:picMkLst>
        </pc:picChg>
      </pc:sldChg>
      <pc:sldChg chg="addSp modSp new del mod modTransition">
        <pc:chgData name="Rajendra Joshi" userId="e8dcc9b2d8463b3a" providerId="LiveId" clId="{C5EB99A2-3027-4CAF-91ED-01B26E32F65E}" dt="2026-06-19T20:09:17.236" v="4611" actId="47"/>
        <pc:sldMkLst>
          <pc:docMk/>
          <pc:sldMk cId="3947871584" sldId="261"/>
        </pc:sldMkLst>
      </pc:sldChg>
      <pc:sldChg chg="addSp delSp modSp new del mod modTransition modAnim">
        <pc:chgData name="Rajendra Joshi" userId="e8dcc9b2d8463b3a" providerId="LiveId" clId="{C5EB99A2-3027-4CAF-91ED-01B26E32F65E}" dt="2026-06-19T20:09:16.928" v="4610" actId="47"/>
        <pc:sldMkLst>
          <pc:docMk/>
          <pc:sldMk cId="2157173292" sldId="262"/>
        </pc:sldMkLst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2969509932" sldId="262"/>
        </pc:sldMkLst>
        <pc:spChg chg="mod">
          <ac:chgData name="Rajendra Joshi" userId="e8dcc9b2d8463b3a" providerId="LiveId" clId="{C5EB99A2-3027-4CAF-91ED-01B26E32F65E}" dt="2026-06-19T20:24:24.240" v="5440" actId="20577"/>
          <ac:spMkLst>
            <pc:docMk/>
            <pc:sldMk cId="2969509932" sldId="262"/>
            <ac:spMk id="2" creationId="{BE4EAFE2-E785-A294-9E36-01B3AB07487F}"/>
          </ac:spMkLst>
        </pc:spChg>
        <pc:spChg chg="mod">
          <ac:chgData name="Rajendra Joshi" userId="e8dcc9b2d8463b3a" providerId="LiveId" clId="{C5EB99A2-3027-4CAF-91ED-01B26E32F65E}" dt="2026-06-19T20:26:00.513" v="5600" actId="20577"/>
          <ac:spMkLst>
            <pc:docMk/>
            <pc:sldMk cId="2969509932" sldId="262"/>
            <ac:spMk id="3" creationId="{60D3E379-AB6A-2B14-598A-373864F60FCE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2969509932" sldId="262"/>
            <ac:picMk id="5" creationId="{40D325E2-90A0-6324-EBFD-A6424AA466B0}"/>
          </ac:picMkLst>
        </pc:picChg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1718169796" sldId="263"/>
        </pc:sldMkLst>
        <pc:spChg chg="mod">
          <ac:chgData name="Rajendra Joshi" userId="e8dcc9b2d8463b3a" providerId="LiveId" clId="{C5EB99A2-3027-4CAF-91ED-01B26E32F65E}" dt="2026-06-19T20:26:43.512" v="5648" actId="20577"/>
          <ac:spMkLst>
            <pc:docMk/>
            <pc:sldMk cId="1718169796" sldId="263"/>
            <ac:spMk id="2" creationId="{9B2DD703-31D0-F639-2356-3C6528E0CC7A}"/>
          </ac:spMkLst>
        </pc:spChg>
        <pc:spChg chg="mod">
          <ac:chgData name="Rajendra Joshi" userId="e8dcc9b2d8463b3a" providerId="LiveId" clId="{C5EB99A2-3027-4CAF-91ED-01B26E32F65E}" dt="2026-06-19T20:27:12.918" v="5722" actId="20577"/>
          <ac:spMkLst>
            <pc:docMk/>
            <pc:sldMk cId="1718169796" sldId="263"/>
            <ac:spMk id="3" creationId="{4941D01F-0334-50CC-6245-1D77C64C3238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1718169796" sldId="263"/>
            <ac:picMk id="5" creationId="{A537B647-8934-CE8F-3FD3-B3A6BBF2F143}"/>
          </ac:picMkLst>
        </pc:picChg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2298262914" sldId="264"/>
        </pc:sldMkLst>
        <pc:spChg chg="mod">
          <ac:chgData name="Rajendra Joshi" userId="e8dcc9b2d8463b3a" providerId="LiveId" clId="{C5EB99A2-3027-4CAF-91ED-01B26E32F65E}" dt="2026-06-19T20:27:31.141" v="5742" actId="20577"/>
          <ac:spMkLst>
            <pc:docMk/>
            <pc:sldMk cId="2298262914" sldId="264"/>
            <ac:spMk id="2" creationId="{EE9E8158-835E-D983-543B-A338940D4331}"/>
          </ac:spMkLst>
        </pc:spChg>
        <pc:spChg chg="mod">
          <ac:chgData name="Rajendra Joshi" userId="e8dcc9b2d8463b3a" providerId="LiveId" clId="{C5EB99A2-3027-4CAF-91ED-01B26E32F65E}" dt="2026-06-19T20:28:59.793" v="5912" actId="20577"/>
          <ac:spMkLst>
            <pc:docMk/>
            <pc:sldMk cId="2298262914" sldId="264"/>
            <ac:spMk id="3" creationId="{0B7116DA-49BE-D33E-B759-6748A24625F2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2298262914" sldId="264"/>
            <ac:picMk id="5" creationId="{1185D82A-236B-DE64-AFC4-3A927FBEAC0F}"/>
          </ac:picMkLst>
        </pc:picChg>
      </pc:sldChg>
      <pc:sldChg chg="addSp modSp new mod modTransition">
        <pc:chgData name="Rajendra Joshi" userId="e8dcc9b2d8463b3a" providerId="LiveId" clId="{C5EB99A2-3027-4CAF-91ED-01B26E32F65E}" dt="2026-06-19T23:14:24.879" v="6216"/>
        <pc:sldMkLst>
          <pc:docMk/>
          <pc:sldMk cId="3933539011" sldId="265"/>
        </pc:sldMkLst>
        <pc:spChg chg="mod">
          <ac:chgData name="Rajendra Joshi" userId="e8dcc9b2d8463b3a" providerId="LiveId" clId="{C5EB99A2-3027-4CAF-91ED-01B26E32F65E}" dt="2026-06-19T20:30:53.204" v="5922" actId="20577"/>
          <ac:spMkLst>
            <pc:docMk/>
            <pc:sldMk cId="3933539011" sldId="265"/>
            <ac:spMk id="2" creationId="{214E3D8E-A1B7-0967-4C23-68E9666BB9D4}"/>
          </ac:spMkLst>
        </pc:spChg>
        <pc:spChg chg="mod">
          <ac:chgData name="Rajendra Joshi" userId="e8dcc9b2d8463b3a" providerId="LiveId" clId="{C5EB99A2-3027-4CAF-91ED-01B26E32F65E}" dt="2026-06-19T20:32:02.710" v="6165" actId="20577"/>
          <ac:spMkLst>
            <pc:docMk/>
            <pc:sldMk cId="3933539011" sldId="265"/>
            <ac:spMk id="3" creationId="{E2078E4C-F4C3-3356-B571-5B91AAE312F3}"/>
          </ac:spMkLst>
        </pc:spChg>
        <pc:picChg chg="add mod">
          <ac:chgData name="Rajendra Joshi" userId="e8dcc9b2d8463b3a" providerId="LiveId" clId="{C5EB99A2-3027-4CAF-91ED-01B26E32F65E}" dt="2026-06-19T23:14:24.879" v="6216"/>
          <ac:picMkLst>
            <pc:docMk/>
            <pc:sldMk cId="3933539011" sldId="265"/>
            <ac:picMk id="5" creationId="{B23097FE-1CE1-DD48-B01A-5983416C2A5D}"/>
          </ac:picMkLst>
        </pc:picChg>
      </pc:sldChg>
      <pc:sldChg chg="modSp new mod modTransition">
        <pc:chgData name="Rajendra Joshi" userId="e8dcc9b2d8463b3a" providerId="LiveId" clId="{C5EB99A2-3027-4CAF-91ED-01B26E32F65E}" dt="2026-06-19T20:32:53.673" v="6215"/>
        <pc:sldMkLst>
          <pc:docMk/>
          <pc:sldMk cId="2214708971" sldId="266"/>
        </pc:sldMkLst>
        <pc:spChg chg="mod">
          <ac:chgData name="Rajendra Joshi" userId="e8dcc9b2d8463b3a" providerId="LiveId" clId="{C5EB99A2-3027-4CAF-91ED-01B26E32F65E}" dt="2026-06-19T20:32:24.716" v="6214" actId="20577"/>
          <ac:spMkLst>
            <pc:docMk/>
            <pc:sldMk cId="2214708971" sldId="266"/>
            <ac:spMk id="3" creationId="{A283BCC0-2C12-9836-430C-3D9E2183308F}"/>
          </ac:spMkLst>
        </pc:spChg>
      </pc:sldChg>
      <pc:sldMasterChg chg="setBg modSldLayout">
        <pc:chgData name="Rajendra Joshi" userId="e8dcc9b2d8463b3a" providerId="LiveId" clId="{C5EB99A2-3027-4CAF-91ED-01B26E32F65E}" dt="2026-05-22T19:21:19.555" v="24"/>
        <pc:sldMasterMkLst>
          <pc:docMk/>
          <pc:sldMasterMk cId="3176056246" sldId="2147483648"/>
        </pc:sldMasterMkLst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92570324" sldId="2147483649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10401771" sldId="2147483650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316054593" sldId="2147483651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816414778" sldId="2147483652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1595572397" sldId="2147483653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3450477839" sldId="2147483654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3784107473" sldId="2147483655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2710200050" sldId="2147483656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1975052495" sldId="2147483657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415719655" sldId="2147483658"/>
          </pc:sldLayoutMkLst>
        </pc:sldLayoutChg>
        <pc:sldLayoutChg chg="setBg">
          <pc:chgData name="Rajendra Joshi" userId="e8dcc9b2d8463b3a" providerId="LiveId" clId="{C5EB99A2-3027-4CAF-91ED-01B26E32F65E}" dt="2026-05-22T19:21:19.555" v="24"/>
          <pc:sldLayoutMkLst>
            <pc:docMk/>
            <pc:sldMasterMk cId="3176056246" sldId="2147483648"/>
            <pc:sldLayoutMk cId="66753753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0E99-3CDD-2354-B8F4-80CABB084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3C87D-E678-23BB-3200-5B9A203C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083C-CDFD-BAC6-47D5-935AEDFB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D0D5-3E8B-DEEC-3441-2FD588D0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EEAEC-31E8-8BC0-2719-95CD49F4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18C0-D989-4041-E4A8-05FA5E95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E12D9-5255-90F9-A65F-7A03AB51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2A5BA-2A40-185C-BB53-95E74689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0BD35-6A0F-D0C0-0604-A019F8D6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3962A-B2C3-7573-04DA-638DB094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43BF-3410-D5FB-A8FD-E33B255DA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30CA3-660B-4D11-992E-A25E3A480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9332D-1C41-01E2-7AC1-C68B8B8D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EE0E-DDFD-743C-DBF7-B915A46E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2699E-AD7A-CE5B-0CFC-88745AFB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5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3B7F-7C8C-E073-A019-5DD6BCE4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AC9E-204D-B549-73B8-41AF661E7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BFA9F-32D0-F301-B040-037323CE1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5DD88-3637-4FAB-CC77-E88520EFB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EE88F-7C7D-99AF-496C-267DFB1E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58661-4C03-20B4-0E6E-2306CC0A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1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1203-B678-1A8E-EDE0-F92704AB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36C45-F0C3-897C-B48C-72CBCABD4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6D3CC-51CB-25A9-9562-45CE4199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1A2F7-882E-C815-170D-2F8FB93A4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15BEC-80E8-5C88-35C7-D15E297AF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961A7F-F380-F609-E600-68A142B4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E1D0A-B29D-BFD4-80CE-C42B4B04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A4A2E-D6F1-BD7B-8D39-C8506716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7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E63F-324A-BB0A-8F8E-93E4E964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F2D98-1A49-C25B-6A80-D30DA9AA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15AD8-02BD-8401-F90B-DBB30327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905EB-58A5-415A-64B3-1D095BFF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7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B104C-6127-CD1F-2ABD-C97100FF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BB51F-B636-7480-E50A-6CA33354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42498-8005-D22D-7C43-AD63CFC2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0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6334-FA25-5111-396B-D6C9DBE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C88A-9E15-14F5-A902-F7041DA61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64722-7AC8-069A-929F-AF598CE05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46DB7-3102-E65A-B873-20681EBC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EA095-C63D-3943-0A8B-CD35D58C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E23DA-EA32-8E2A-3D96-9B5A79D8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0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643F-7136-0620-2A0B-945F2768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374DD7-E8A4-6726-AA68-FEC883166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7F52F-E38C-B448-0E80-B0E599EB5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5221E-0B4C-74B4-3632-E12E44D6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2694E-6748-2667-B777-F35A2593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319A-A4B2-5483-39D8-C25EB739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5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8E76-48F4-619F-F9C1-FDA2EB3C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8BFA3-D7D4-2D42-99EF-BFC359A14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4503-5BD3-3321-442B-30757276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2DF94-8D66-E8CE-AD07-7AEB25C7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850F6-B9B5-CE91-0F38-7305D45D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E7192-9DCF-16B9-4FCE-5D3BA375C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7D689-9CC8-137E-6A63-27D7397AC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4DFC-BF89-B459-9EAD-5B054444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B9A52-457A-91AB-C873-82F432FC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AD93-BA54-517B-E9D4-6348EA36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3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718A7-C425-902C-FFDA-2273DCAB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C119-02EF-BB21-EAB8-5EABC3876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3E0D-FB38-40D2-6761-1839F5926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2A2CC-FD02-44CA-BF7F-8F4CB0EB7D98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B9BF-4511-23DB-0E19-B61F722A0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B9608-691D-20AA-E47E-0042A358B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DE921-8FAB-4ECE-9A1A-65FE8255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5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29D8-7221-26D6-CFEF-EF7FF4FE5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Machine Learning Engineer - Associate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B5729-863E-186D-8635-F94D0853B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Apache Spark</a:t>
            </a:r>
          </a:p>
          <a:p>
            <a:r>
              <a:rPr lang="en-US" b="1" dirty="0"/>
              <a:t>Distributed Data Processing for Big Data and Machine Learning</a:t>
            </a:r>
          </a:p>
          <a:p>
            <a:pPr algn="r"/>
            <a:r>
              <a:rPr lang="en-US" sz="2000" dirty="0"/>
              <a:t>- RJ Programming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4C42C66B-8964-ED6F-2FC4-1B7EBA2708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9981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08"/>
    </mc:Choice>
    <mc:Fallback>
      <p:transition spd="slow" advTm="284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B650-D212-13DF-028D-26CBFD2D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Apache Spark?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AB8B-B3F2-7237-ADAD-1AB417F62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Open-source distributed computing framework</a:t>
            </a:r>
          </a:p>
          <a:p>
            <a:r>
              <a:rPr lang="en-US" dirty="0"/>
              <a:t>Designed for large-scale data processing</a:t>
            </a:r>
          </a:p>
          <a:p>
            <a:r>
              <a:rPr lang="en-US" dirty="0"/>
              <a:t>Performs in-memory computation</a:t>
            </a:r>
          </a:p>
          <a:p>
            <a:r>
              <a:rPr lang="en-US" dirty="0"/>
              <a:t>Faster than Hadoop MapReduce</a:t>
            </a:r>
          </a:p>
          <a:p>
            <a:r>
              <a:rPr lang="en-US" dirty="0"/>
              <a:t>Supports batch and real-time processing</a:t>
            </a:r>
          </a:p>
          <a:p>
            <a:r>
              <a:rPr lang="en-US" dirty="0"/>
              <a:t>Widely used for analytics and ML</a:t>
            </a:r>
          </a:p>
        </p:txBody>
      </p:sp>
      <p:pic>
        <p:nvPicPr>
          <p:cNvPr id="4" name="Picture 3" descr="spark-logo-trademark.png (376×200)">
            <a:extLst>
              <a:ext uri="{FF2B5EF4-FFF2-40B4-BE49-F238E27FC236}">
                <a16:creationId xmlns:a16="http://schemas.microsoft.com/office/drawing/2014/main" id="{1E1D3857-7126-74AC-6143-C800BD4EC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25" y="2027905"/>
            <a:ext cx="3931975" cy="2091476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F0FC74B-D877-E298-5702-BB298C85D8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63462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385"/>
    </mc:Choice>
    <mc:Fallback>
      <p:transition spd="slow" advTm="403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BC6C-A931-C946-70B4-AFE587E6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316EA-B6FD-BBA8-8E27-859596591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High-speed processing</a:t>
            </a:r>
          </a:p>
          <a:p>
            <a:r>
              <a:rPr lang="en-US" dirty="0"/>
              <a:t>In-memory data storage</a:t>
            </a:r>
          </a:p>
          <a:p>
            <a:r>
              <a:rPr lang="en-US" dirty="0"/>
              <a:t>Scalable distributed architecture</a:t>
            </a:r>
          </a:p>
          <a:p>
            <a:r>
              <a:rPr lang="en-US" dirty="0"/>
              <a:t>Supports multiple programming languages</a:t>
            </a:r>
          </a:p>
          <a:p>
            <a:r>
              <a:rPr lang="en-US" dirty="0"/>
              <a:t>Simplifies big data analytics</a:t>
            </a:r>
          </a:p>
          <a:p>
            <a:r>
              <a:rPr lang="en-US" dirty="0"/>
              <a:t>Integrates with cloud platforms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89B367AF-864F-5AE5-5530-D3925D0561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463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58"/>
    </mc:Choice>
    <mc:Fallback>
      <p:transition spd="slow" advTm="339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119F-28D6-4CE9-3017-8529B3D2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Spark Architecture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D5E53B-67AB-1B4C-8618-EF496A721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76536" y="1596170"/>
            <a:ext cx="7638927" cy="3665660"/>
          </a:xfrm>
          <a:prstGeom prst="rect">
            <a:avLst/>
          </a:prstGeom>
        </p:spPr>
      </p:pic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033642A-6934-EAE2-50ED-4AADD33CCE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37229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492"/>
    </mc:Choice>
    <mc:Fallback>
      <p:transition spd="slow" advTm="344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31A6-A9E8-43A7-F731-C77FCDF8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Spark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DDE0-9A46-C5F2-81B3-BE2ADABA4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Data</a:t>
            </a:r>
          </a:p>
          <a:p>
            <a:r>
              <a:rPr lang="en-US" dirty="0"/>
              <a:t>Create RDD/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Apply Transformations</a:t>
            </a:r>
          </a:p>
          <a:p>
            <a:r>
              <a:rPr lang="en-US" dirty="0"/>
              <a:t>Execute Actions</a:t>
            </a:r>
          </a:p>
          <a:p>
            <a:r>
              <a:rPr lang="en-US" dirty="0"/>
              <a:t>Return Results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B69246D-DFA6-3A7B-010E-1A81F06151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59968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41"/>
    </mc:Choice>
    <mc:Fallback>
      <p:transition spd="slow" advTm="33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F9A0-A94E-B5EB-4234-5BA2EC8A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Spark Components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184DCF-2C36-1629-96D3-A541AF6DB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2292413"/>
            <a:ext cx="10515600" cy="3417762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76CF3A2A-E6FB-AEB6-B822-9CE37847FA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8210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048"/>
    </mc:Choice>
    <mc:Fallback>
      <p:transition spd="slow" advTm="390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AFE2-E785-A294-9E36-01B3AB07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Mllib</a:t>
            </a:r>
            <a:r>
              <a:rPr lang="en-US" dirty="0"/>
              <a:t>: Machine Learning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3E379-AB6A-2B14-598A-373864F60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machine learning framework</a:t>
            </a:r>
          </a:p>
          <a:p>
            <a:r>
              <a:rPr lang="en-US" dirty="0"/>
              <a:t>Classification algorithms</a:t>
            </a:r>
          </a:p>
          <a:p>
            <a:r>
              <a:rPr lang="en-US" dirty="0"/>
              <a:t>Regression algorithms</a:t>
            </a:r>
          </a:p>
          <a:p>
            <a:r>
              <a:rPr lang="en-US" dirty="0"/>
              <a:t>Clustering algorithms</a:t>
            </a:r>
          </a:p>
          <a:p>
            <a:r>
              <a:rPr lang="en-US" dirty="0"/>
              <a:t>Recommendation systems</a:t>
            </a:r>
          </a:p>
          <a:p>
            <a:r>
              <a:rPr lang="en-US" dirty="0"/>
              <a:t>Feature engineering tools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40D325E2-90A0-6324-EBFD-A6424AA466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69509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716"/>
    </mc:Choice>
    <mc:Fallback>
      <p:transition spd="slow" advTm="367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D703-31D0-F639-2356-3C6528E0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Spark Integration with Other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D01F-0334-50CC-6245-1D77C64C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Hadoop HDFS</a:t>
            </a:r>
          </a:p>
          <a:p>
            <a:r>
              <a:rPr lang="en-US" dirty="0"/>
              <a:t>Apache Hive</a:t>
            </a:r>
          </a:p>
          <a:p>
            <a:r>
              <a:rPr lang="en-US" dirty="0"/>
              <a:t>Apache Kafka</a:t>
            </a:r>
          </a:p>
          <a:p>
            <a:r>
              <a:rPr lang="en-US" dirty="0"/>
              <a:t>Amazon S3</a:t>
            </a:r>
          </a:p>
          <a:p>
            <a:r>
              <a:rPr lang="en-US" dirty="0"/>
              <a:t>Amazon EMR</a:t>
            </a:r>
          </a:p>
          <a:p>
            <a:r>
              <a:rPr lang="en-US" dirty="0"/>
              <a:t>Amazon SageMaker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537B647-8934-CE8F-3FD3-B3A6BBF2F1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18169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909"/>
    </mc:Choice>
    <mc:Fallback>
      <p:transition spd="slow" advTm="34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8158-835E-D983-543B-A338940D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Apache Spark on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16DA-49BE-D33E-B759-6748A2462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Runs on Amazon EMR</a:t>
            </a:r>
          </a:p>
          <a:p>
            <a:r>
              <a:rPr lang="en-US" dirty="0"/>
              <a:t>Uses Amazon S3 as storage</a:t>
            </a:r>
          </a:p>
          <a:p>
            <a:r>
              <a:rPr lang="en-US" dirty="0"/>
              <a:t>Integrates with AWS Glue</a:t>
            </a:r>
          </a:p>
          <a:p>
            <a:r>
              <a:rPr lang="en-US" dirty="0"/>
              <a:t>Supports SageMaker workflows</a:t>
            </a:r>
          </a:p>
          <a:p>
            <a:r>
              <a:rPr lang="en-US" dirty="0"/>
              <a:t>Scalable cloud-based processing</a:t>
            </a:r>
          </a:p>
          <a:p>
            <a:r>
              <a:rPr lang="en-US" dirty="0"/>
              <a:t>Cost-efficient analytics platform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185D82A-236B-DE64-AFC4-3A927FBEAC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98262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223"/>
    </mc:Choice>
    <mc:Fallback>
      <p:transition spd="slow" advTm="352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3D8E-A1B7-0967-4C23-68E9666B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8E4C-F4C3-3356-B571-5B91AAE31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 is a distributed processing framework</a:t>
            </a:r>
          </a:p>
          <a:p>
            <a:r>
              <a:rPr lang="en-US" dirty="0"/>
              <a:t>Faster than traditional MapReduce</a:t>
            </a:r>
          </a:p>
          <a:p>
            <a:r>
              <a:rPr lang="en-US" dirty="0"/>
              <a:t>Uses in-memory computing</a:t>
            </a:r>
          </a:p>
          <a:p>
            <a:r>
              <a:rPr lang="en-US" dirty="0"/>
              <a:t>Includes </a:t>
            </a:r>
            <a:r>
              <a:rPr lang="en-US" dirty="0" err="1"/>
              <a:t>MLlib</a:t>
            </a:r>
            <a:r>
              <a:rPr lang="en-US" dirty="0"/>
              <a:t> for machine learning</a:t>
            </a:r>
          </a:p>
          <a:p>
            <a:r>
              <a:rPr lang="en-US" dirty="0"/>
              <a:t>Integrates with Hadoop, Kafka, S3, and SageMaker</a:t>
            </a:r>
          </a:p>
          <a:p>
            <a:r>
              <a:rPr lang="en-US" dirty="0"/>
              <a:t>Core technology in modern AWS ML pipelines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23097FE-1CE1-DD48-B01A-5983416C2A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33539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004"/>
    </mc:Choice>
    <mc:Fallback>
      <p:transition spd="slow" advTm="44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4BC2-DF0B-9867-A52D-B6990DC7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3BCC0-2C12-9836-430C-3D9E2183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57600" lvl="8" indent="0">
              <a:buNone/>
            </a:pPr>
            <a:r>
              <a:rPr lang="en-US" dirty="0"/>
              <a:t>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21470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197</Words>
  <Application>Microsoft Office PowerPoint</Application>
  <PresentationFormat>Widescreen</PresentationFormat>
  <Paragraphs>58</Paragraphs>
  <Slides>11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AWS Machine Learning Engineer - Associate</vt:lpstr>
      <vt:lpstr>What is Apache Spark?</vt:lpstr>
      <vt:lpstr>Why Apache Spark</vt:lpstr>
      <vt:lpstr>Spark Architecture</vt:lpstr>
      <vt:lpstr>How Spark Works</vt:lpstr>
      <vt:lpstr>Core Spark Components</vt:lpstr>
      <vt:lpstr>Mllib: Machine Learning Library</vt:lpstr>
      <vt:lpstr>Spark Integration with Other Frameworks</vt:lpstr>
      <vt:lpstr>Apache Spark on AWS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Joshi</dc:creator>
  <cp:lastModifiedBy>Rajendra Joshi</cp:lastModifiedBy>
  <cp:revision>1</cp:revision>
  <dcterms:created xsi:type="dcterms:W3CDTF">2026-05-22T19:18:15Z</dcterms:created>
  <dcterms:modified xsi:type="dcterms:W3CDTF">2026-06-19T23:14:35Z</dcterms:modified>
</cp:coreProperties>
</file>